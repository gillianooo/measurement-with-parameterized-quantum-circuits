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75" d="100"/>
          <a:sy n="75" d="100"/>
        </p:scale>
        <p:origin x="-23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601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09EB-F56F-C3F7-C658-63890D70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F9A3F-F692-5859-9946-731071359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24792-9EE9-9D30-E527-7C3777B37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4F829-20DB-5BD1-9FB0-5B23371E9A7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108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5561-3D9B-C9EE-F24B-A41B61EC3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EA62-D277-493B-6F8D-14511C5FC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D7B5-BACA-4318-33D8-E623866EAE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94B58-1C73-5ABD-8280-D3D8B65EF5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60F0E-238E-A5EA-238B-1A9A18A2B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FBEE-9931-CAA8-F671-1DCCC58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20D4-CA07-5E58-FCEF-1F24A337E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EDE9-610A-BB9F-3A42-0A629F6F57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166AD-511F-7FE9-4FFE-1F292DCFF1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77BE-FA63-CF9E-6052-91F8C9A4A2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8CDE-1B55-A962-C2C4-E068F676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644CE-AA87-0186-F92B-678D005B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D297A-B095-E784-9D41-14A9B644EA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90FBA-3CD2-3464-6CDF-A777515C93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D086F-B59A-8A20-6830-A43729C9A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4FDF-F67D-9057-F2F7-1633FDC7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5BE7-F8E8-FE41-E8F1-C608F57FC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70F23-6BF3-CF4F-E1A3-891E408CF4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3F765-57DB-9A21-69B2-48C53CD26D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42E45-295E-2D02-FA61-EE767D2D8E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54BC7-09BB-9ACB-1583-52263A8DC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1BE4-C3F1-0562-5BD4-B2AEC6B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7A2D8-C663-282A-78F6-065417594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B37BD-FE7E-02CC-CA28-2E340A5220A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71FD9-14D8-0665-C601-B966A124D9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BF729-E2F6-D3C7-0EB3-5C5487DC528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C5719-F8EA-9AE4-6DB5-46C9271CE6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48CE9-0A97-D799-C3A7-7FD8F22D7B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36ED07-EB88-93F6-9794-407F70139C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29C7-305C-9098-4112-57C1B571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9530F-5AAF-CCD4-7FA1-7869D428A5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E4270-48C7-E4AF-BBB8-5E738D804C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F3826-6C3C-7B63-A6A9-8A450596BE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97CED-3B67-17E4-770F-C3D0C63D50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91B50-DF2C-9040-AA11-D6C6ABE6E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FBF27-CD85-4C33-AB9B-9A0E5DCDE9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BF6B-6E3A-8DE5-4C28-FFE37185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BE317-EA71-97B9-7270-5233264E7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05CC2-5D29-839D-9BA8-AE9EAB75F9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5E710-83AE-CC15-9788-BD5D095F1A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7C31F-E542-51BD-E13D-21C14B98AF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242BA-5AFC-0ABE-7700-A1F314B00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5E02-B7D0-2021-0FFE-791B6985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1DD26-68C3-B1F7-35D4-532BE4BA1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38291-108F-A481-0F96-8930F39544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904BC-3FA8-F8AD-880D-FDC59DCFE3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287DD-6C7D-4945-3F76-C90C94DBC3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FAE84-01AD-DE50-6414-B28434A568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66F5-DAE1-D9A8-406D-401903690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83760-7A95-36D5-CE31-330696919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C13E8-371B-4FF9-C0FA-52DE861247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81DE-9802-2CB7-3D84-0F663C1209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BBBD-A091-58A3-8BBC-070B1F5BF6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4A287E-7278-E297-DCDC-FCA2C898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BFD97-9B27-CAD6-30EC-133E56924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9A3E1-62EF-1DB5-AFAC-6B474A80D0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C74DD-4F20-CBFD-F251-22BB7F2188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6011-40A1-7DD6-7B76-C56993863A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1EA949-21E9-8D45-9373-A4A542D4B2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CA37A-1AC7-B004-F7CB-D602476B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B65C5-546D-9B37-1310-71B0278B1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632F-E9DC-DF1F-AC15-366F682AA9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94520-8718-DF46-B2F8-701FBFCFA689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99509-8596-0940-90A4-1E0418084D3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50A3-6E4F-2491-F4BF-28DAF695745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A949-21E9-8D45-9373-A4A542D4B2A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svg"/><Relationship Id="rId21" Type="http://schemas.openxmlformats.org/officeDocument/2006/relationships/image" Target="../media/image19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24" Type="http://schemas.openxmlformats.org/officeDocument/2006/relationships/image" Target="../media/image22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.png"/><Relationship Id="rId3" Type="http://schemas.openxmlformats.org/officeDocument/2006/relationships/image" Target="../media/image2.emf"/><Relationship Id="rId21" Type="http://schemas.openxmlformats.org/officeDocument/2006/relationships/image" Target="../media/image19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2.png"/><Relationship Id="rId23" Type="http://schemas.openxmlformats.org/officeDocument/2006/relationships/image" Target="../media/image21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svg"/><Relationship Id="rId21" Type="http://schemas.openxmlformats.org/officeDocument/2006/relationships/image" Target="../media/image2.emf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360" y="1401133"/>
            <a:ext cx="899468" cy="899468"/>
          </a:xfrm>
          <a:prstGeom prst="rect">
            <a:avLst/>
          </a:prstGeom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745E59A-0F8E-4917-BE5D-F37C6ECC6D42}"/>
              </a:ext>
            </a:extLst>
          </p:cNvPr>
          <p:cNvSpPr>
            <a:spLocks noGrp="1"/>
          </p:cNvSpPr>
          <p:nvPr/>
        </p:nvSpPr>
        <p:spPr>
          <a:xfrm flipV="1">
            <a:off x="6193399" y="1820407"/>
            <a:ext cx="2340814" cy="24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02B793B-B304-4F47-AE74-B1C08081F171}"/>
              </a:ext>
            </a:extLst>
          </p:cNvPr>
          <p:cNvSpPr>
            <a:spLocks noGrp="1"/>
          </p:cNvSpPr>
          <p:nvPr/>
        </p:nvSpPr>
        <p:spPr>
          <a:xfrm>
            <a:off x="6193399" y="1989317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7D687B7-2D6B-42B9-866B-7DE2A45F75D6}"/>
              </a:ext>
            </a:extLst>
          </p:cNvPr>
          <p:cNvSpPr>
            <a:spLocks noGrp="1"/>
          </p:cNvSpPr>
          <p:nvPr/>
        </p:nvSpPr>
        <p:spPr>
          <a:xfrm>
            <a:off x="6193399" y="2162281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E903B7-4A6A-FF15-A152-E6A494B2102A}"/>
              </a:ext>
            </a:extLst>
          </p:cNvPr>
          <p:cNvSpPr>
            <a:spLocks noGrp="1"/>
          </p:cNvSpPr>
          <p:nvPr/>
        </p:nvSpPr>
        <p:spPr>
          <a:xfrm>
            <a:off x="6478630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791C5BF-97F7-47AC-85F1-3418DE4D73D0}"/>
              </a:ext>
            </a:extLst>
          </p:cNvPr>
          <p:cNvSpPr>
            <a:spLocks noGrp="1"/>
          </p:cNvSpPr>
          <p:nvPr/>
        </p:nvSpPr>
        <p:spPr>
          <a:xfrm>
            <a:off x="6193399" y="2345848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E55A5B-1B30-5BA6-0892-007130C48EC4}"/>
              </a:ext>
            </a:extLst>
          </p:cNvPr>
          <p:cNvSpPr>
            <a:spLocks noGrp="1"/>
          </p:cNvSpPr>
          <p:nvPr/>
        </p:nvSpPr>
        <p:spPr>
          <a:xfrm>
            <a:off x="6478630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17EAEF4-2E26-47BC-92D6-EACC19D0D3BA}"/>
              </a:ext>
            </a:extLst>
          </p:cNvPr>
          <p:cNvSpPr>
            <a:spLocks noGrp="1"/>
          </p:cNvSpPr>
          <p:nvPr/>
        </p:nvSpPr>
        <p:spPr>
          <a:xfrm>
            <a:off x="6193399" y="2519787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3E17D93-C695-49CC-906E-4F8A4301A963}"/>
              </a:ext>
            </a:extLst>
          </p:cNvPr>
          <p:cNvSpPr>
            <a:spLocks noGrp="1"/>
          </p:cNvSpPr>
          <p:nvPr/>
        </p:nvSpPr>
        <p:spPr>
          <a:xfrm>
            <a:off x="6193399" y="2694809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4AC2CB-198F-D153-1E80-0C71327733C9}"/>
              </a:ext>
            </a:extLst>
          </p:cNvPr>
          <p:cNvSpPr>
            <a:spLocks noGrp="1"/>
          </p:cNvSpPr>
          <p:nvPr/>
        </p:nvSpPr>
        <p:spPr>
          <a:xfrm>
            <a:off x="6478630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BB0D3C-214E-56E8-CF9C-4DC835640F27}"/>
              </a:ext>
            </a:extLst>
          </p:cNvPr>
          <p:cNvSpPr>
            <a:spLocks noGrp="1"/>
          </p:cNvSpPr>
          <p:nvPr/>
        </p:nvSpPr>
        <p:spPr>
          <a:xfrm>
            <a:off x="6808786" y="1931640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B69C0A-880A-BE46-CEF2-BA469399DC30}"/>
              </a:ext>
            </a:extLst>
          </p:cNvPr>
          <p:cNvSpPr>
            <a:spLocks noGrp="1"/>
          </p:cNvSpPr>
          <p:nvPr/>
        </p:nvSpPr>
        <p:spPr>
          <a:xfrm>
            <a:off x="6811312" y="227758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C3B926-98C5-B868-0DF7-018FBE4830B4}"/>
              </a:ext>
            </a:extLst>
          </p:cNvPr>
          <p:cNvSpPr>
            <a:spLocks noGrp="1"/>
          </p:cNvSpPr>
          <p:nvPr/>
        </p:nvSpPr>
        <p:spPr>
          <a:xfrm>
            <a:off x="7139457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1BD518F-7EF7-B4AF-9FD1-93AF1A8F339E}"/>
              </a:ext>
            </a:extLst>
          </p:cNvPr>
          <p:cNvSpPr>
            <a:spLocks noGrp="1"/>
          </p:cNvSpPr>
          <p:nvPr/>
        </p:nvSpPr>
        <p:spPr>
          <a:xfrm>
            <a:off x="7139456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F1A969-806F-7FCF-A24D-23C07856B0EA}"/>
              </a:ext>
            </a:extLst>
          </p:cNvPr>
          <p:cNvSpPr>
            <a:spLocks noGrp="1"/>
          </p:cNvSpPr>
          <p:nvPr/>
        </p:nvSpPr>
        <p:spPr>
          <a:xfrm>
            <a:off x="7139456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5EA834-BD3D-3A19-7CBE-69D06BA0801E}"/>
              </a:ext>
            </a:extLst>
          </p:cNvPr>
          <p:cNvSpPr>
            <a:spLocks noGrp="1"/>
          </p:cNvSpPr>
          <p:nvPr/>
        </p:nvSpPr>
        <p:spPr>
          <a:xfrm>
            <a:off x="7794311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1ED2D7E-11D4-51FB-208C-0982F5870E6A}"/>
              </a:ext>
            </a:extLst>
          </p:cNvPr>
          <p:cNvSpPr>
            <a:spLocks noGrp="1"/>
          </p:cNvSpPr>
          <p:nvPr/>
        </p:nvSpPr>
        <p:spPr>
          <a:xfrm>
            <a:off x="7794310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384CB1-59C4-E925-CC79-919980737721}"/>
              </a:ext>
            </a:extLst>
          </p:cNvPr>
          <p:cNvSpPr>
            <a:spLocks noGrp="1"/>
          </p:cNvSpPr>
          <p:nvPr/>
        </p:nvSpPr>
        <p:spPr>
          <a:xfrm>
            <a:off x="7794310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1C06686-8459-B21E-443A-2C8A95E48921}"/>
              </a:ext>
            </a:extLst>
          </p:cNvPr>
          <p:cNvSpPr>
            <a:spLocks noGrp="1"/>
          </p:cNvSpPr>
          <p:nvPr/>
        </p:nvSpPr>
        <p:spPr>
          <a:xfrm>
            <a:off x="8114502" y="1940274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DE5BE8-3805-F91B-9FE6-5E6E803927FB}"/>
              </a:ext>
            </a:extLst>
          </p:cNvPr>
          <p:cNvSpPr>
            <a:spLocks noGrp="1"/>
          </p:cNvSpPr>
          <p:nvPr/>
        </p:nvSpPr>
        <p:spPr>
          <a:xfrm>
            <a:off x="8121165" y="2292894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C878C01-A40D-7040-0E91-0B5DBAF4EB0B}"/>
              </a:ext>
            </a:extLst>
          </p:cNvPr>
          <p:cNvSpPr>
            <a:spLocks noGrp="1"/>
          </p:cNvSpPr>
          <p:nvPr/>
        </p:nvSpPr>
        <p:spPr>
          <a:xfrm>
            <a:off x="5966928" y="1773489"/>
            <a:ext cx="250321" cy="9889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552F10B-8A6B-FA78-4E70-5DD27BD6E553}"/>
              </a:ext>
            </a:extLst>
          </p:cNvPr>
          <p:cNvSpPr>
            <a:spLocks noGrp="1"/>
          </p:cNvSpPr>
          <p:nvPr/>
        </p:nvSpPr>
        <p:spPr>
          <a:xfrm>
            <a:off x="8513985" y="1739518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89D4BED8-564F-12BF-0813-813A1907AA60}"/>
              </a:ext>
            </a:extLst>
          </p:cNvPr>
          <p:cNvSpPr>
            <a:spLocks noGrp="1"/>
          </p:cNvSpPr>
          <p:nvPr/>
        </p:nvSpPr>
        <p:spPr>
          <a:xfrm>
            <a:off x="8552035" y="1806883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49" name="Straight Arrow Connector 69"/>
          <p:cNvCxnSpPr/>
          <p:nvPr/>
        </p:nvCxnSpPr>
        <p:spPr>
          <a:xfrm flipV="1">
            <a:off x="8648835" y="1733397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327BEE9-FDD9-3605-9B38-C35A1FF14EDE}"/>
              </a:ext>
            </a:extLst>
          </p:cNvPr>
          <p:cNvSpPr>
            <a:spLocks noGrp="1"/>
          </p:cNvSpPr>
          <p:nvPr/>
        </p:nvSpPr>
        <p:spPr>
          <a:xfrm>
            <a:off x="8513985" y="1914293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24E225B1-076D-BD19-A826-033C3E8050FB}"/>
              </a:ext>
            </a:extLst>
          </p:cNvPr>
          <p:cNvSpPr>
            <a:spLocks noGrp="1"/>
          </p:cNvSpPr>
          <p:nvPr/>
        </p:nvSpPr>
        <p:spPr>
          <a:xfrm>
            <a:off x="8552035" y="1981658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2" name="Straight Arrow Connector 75"/>
          <p:cNvCxnSpPr/>
          <p:nvPr/>
        </p:nvCxnSpPr>
        <p:spPr>
          <a:xfrm flipV="1">
            <a:off x="8648835" y="1908172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079CDDF-9ACA-527F-813E-66AE85D74A21}"/>
              </a:ext>
            </a:extLst>
          </p:cNvPr>
          <p:cNvSpPr>
            <a:spLocks noGrp="1"/>
          </p:cNvSpPr>
          <p:nvPr/>
        </p:nvSpPr>
        <p:spPr>
          <a:xfrm>
            <a:off x="8514607" y="2091247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C9B0373A-7E66-1A57-BCC1-C143616CFE64}"/>
              </a:ext>
            </a:extLst>
          </p:cNvPr>
          <p:cNvSpPr>
            <a:spLocks noGrp="1"/>
          </p:cNvSpPr>
          <p:nvPr/>
        </p:nvSpPr>
        <p:spPr>
          <a:xfrm>
            <a:off x="8552657" y="2158612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5" name="Straight Arrow Connector 79"/>
          <p:cNvCxnSpPr/>
          <p:nvPr/>
        </p:nvCxnSpPr>
        <p:spPr>
          <a:xfrm flipV="1">
            <a:off x="8649457" y="2085126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83F4075-8225-274B-9593-8129983FBE88}"/>
              </a:ext>
            </a:extLst>
          </p:cNvPr>
          <p:cNvSpPr>
            <a:spLocks noGrp="1"/>
          </p:cNvSpPr>
          <p:nvPr/>
        </p:nvSpPr>
        <p:spPr>
          <a:xfrm>
            <a:off x="8512955" y="2271925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9CE7533D-BD6D-89AA-F7E1-E8E32866FC12}"/>
              </a:ext>
            </a:extLst>
          </p:cNvPr>
          <p:cNvSpPr>
            <a:spLocks noGrp="1"/>
          </p:cNvSpPr>
          <p:nvPr/>
        </p:nvSpPr>
        <p:spPr>
          <a:xfrm>
            <a:off x="8551005" y="2339290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8" name="Straight Arrow Connector 83"/>
          <p:cNvCxnSpPr/>
          <p:nvPr/>
        </p:nvCxnSpPr>
        <p:spPr>
          <a:xfrm flipV="1">
            <a:off x="8647805" y="2265804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B98CA9CD-2060-D145-B131-00DAF7EB7687}"/>
              </a:ext>
            </a:extLst>
          </p:cNvPr>
          <p:cNvSpPr>
            <a:spLocks noGrp="1"/>
          </p:cNvSpPr>
          <p:nvPr/>
        </p:nvSpPr>
        <p:spPr>
          <a:xfrm>
            <a:off x="8512955" y="2445075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6D44C5EB-4473-4E42-5F3B-049EFC2EDFF9}"/>
              </a:ext>
            </a:extLst>
          </p:cNvPr>
          <p:cNvSpPr>
            <a:spLocks noGrp="1"/>
          </p:cNvSpPr>
          <p:nvPr/>
        </p:nvSpPr>
        <p:spPr>
          <a:xfrm>
            <a:off x="8551005" y="2512440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61" name="Straight Arrow Connector 87"/>
          <p:cNvCxnSpPr/>
          <p:nvPr/>
        </p:nvCxnSpPr>
        <p:spPr>
          <a:xfrm flipV="1">
            <a:off x="8647805" y="2438954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1DFDC502-B009-71B8-8699-FEC6656DD9F8}"/>
              </a:ext>
            </a:extLst>
          </p:cNvPr>
          <p:cNvSpPr>
            <a:spLocks noGrp="1"/>
          </p:cNvSpPr>
          <p:nvPr/>
        </p:nvSpPr>
        <p:spPr>
          <a:xfrm>
            <a:off x="8512955" y="2619113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6705CAC5-C20A-5BD7-ECDC-8775CD8E7708}"/>
              </a:ext>
            </a:extLst>
          </p:cNvPr>
          <p:cNvSpPr>
            <a:spLocks noGrp="1"/>
          </p:cNvSpPr>
          <p:nvPr/>
        </p:nvSpPr>
        <p:spPr>
          <a:xfrm>
            <a:off x="8551005" y="2686478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64" name="Straight Arrow Connector 91"/>
          <p:cNvCxnSpPr/>
          <p:nvPr/>
        </p:nvCxnSpPr>
        <p:spPr>
          <a:xfrm flipV="1">
            <a:off x="8647805" y="2612992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36AA6B6-6945-9028-72FF-BC8A90EBB58B}"/>
              </a:ext>
            </a:extLst>
          </p:cNvPr>
          <p:cNvSpPr>
            <a:spLocks noGrp="1"/>
          </p:cNvSpPr>
          <p:nvPr/>
        </p:nvSpPr>
        <p:spPr>
          <a:xfrm>
            <a:off x="4823859" y="2067206"/>
            <a:ext cx="118497" cy="3547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40421D1-A422-0CE6-2987-1B4FAB46B25B}"/>
              </a:ext>
            </a:extLst>
          </p:cNvPr>
          <p:cNvSpPr>
            <a:spLocks noGrp="1"/>
          </p:cNvSpPr>
          <p:nvPr/>
        </p:nvSpPr>
        <p:spPr>
          <a:xfrm>
            <a:off x="4982945" y="2186316"/>
            <a:ext cx="118497" cy="2356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6A61E1-CD6F-8365-F944-86C9EB774880}"/>
              </a:ext>
            </a:extLst>
          </p:cNvPr>
          <p:cNvSpPr>
            <a:spLocks noGrp="1"/>
          </p:cNvSpPr>
          <p:nvPr/>
        </p:nvSpPr>
        <p:spPr>
          <a:xfrm>
            <a:off x="5140855" y="2022520"/>
            <a:ext cx="117747" cy="3994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CA8E757-6E8F-1504-61D1-FDA5406163B4}"/>
              </a:ext>
            </a:extLst>
          </p:cNvPr>
          <p:cNvSpPr>
            <a:spLocks noGrp="1"/>
          </p:cNvSpPr>
          <p:nvPr/>
        </p:nvSpPr>
        <p:spPr>
          <a:xfrm>
            <a:off x="5298014" y="2290221"/>
            <a:ext cx="117747" cy="1317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69F9D64-AB96-19E6-C756-619E6A582E53}"/>
              </a:ext>
            </a:extLst>
          </p:cNvPr>
          <p:cNvSpPr>
            <a:spLocks noGrp="1"/>
          </p:cNvSpPr>
          <p:nvPr/>
        </p:nvSpPr>
        <p:spPr>
          <a:xfrm>
            <a:off x="5455663" y="2112883"/>
            <a:ext cx="117747" cy="3091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46842BF-B153-F02A-CF1B-46AA7EDE70A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72235" y="2450570"/>
                <a:ext cx="673420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46842BF-B153-F02A-CF1B-46AA7EDE7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235" y="2450570"/>
                <a:ext cx="673420" cy="253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Striped Right Arrow 146">
            <a:extLst>
              <a:ext uri="{FF2B5EF4-FFF2-40B4-BE49-F238E27FC236}">
                <a16:creationId xmlns:a16="http://schemas.microsoft.com/office/drawing/2014/main" id="{E5E1B5FC-E0B6-3977-B9CC-27D366E8F752}"/>
              </a:ext>
            </a:extLst>
          </p:cNvPr>
          <p:cNvSpPr>
            <a:spLocks noGrp="1"/>
          </p:cNvSpPr>
          <p:nvPr/>
        </p:nvSpPr>
        <p:spPr>
          <a:xfrm>
            <a:off x="5645031" y="2249456"/>
            <a:ext cx="241214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52" name="Striped Right Arrow 151">
            <a:extLst>
              <a:ext uri="{FF2B5EF4-FFF2-40B4-BE49-F238E27FC236}">
                <a16:creationId xmlns:a16="http://schemas.microsoft.com/office/drawing/2014/main" id="{114CFB64-E5EC-6D7D-88C9-1B0663970F2F}"/>
              </a:ext>
            </a:extLst>
          </p:cNvPr>
          <p:cNvSpPr>
            <a:spLocks noGrp="1"/>
          </p:cNvSpPr>
          <p:nvPr/>
        </p:nvSpPr>
        <p:spPr>
          <a:xfrm>
            <a:off x="4516158" y="2244204"/>
            <a:ext cx="241214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E682C1-4D72-57FD-B9AD-E0EFD6DA3B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57171" y="2189714"/>
                <a:ext cx="507830" cy="121070"/>
              </a:xfrm>
              <a:prstGeom prst="rect">
                <a:avLst/>
              </a:prstGeom>
              <a:noFill/>
            </p:spPr>
            <p:txBody>
              <a:bodyPr vert="eaVert"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  <a:p>
                <a:endParaRPr sz="105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E682C1-4D72-57FD-B9AD-E0EFD6DA3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71" y="2189714"/>
                <a:ext cx="507830" cy="121070"/>
              </a:xfrm>
              <a:prstGeom prst="rect">
                <a:avLst/>
              </a:prstGeom>
              <a:blipFill>
                <a:blip r:embed="rId12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CA85941-5F72-83EF-D2B6-4E21D1723ECE}"/>
                  </a:ext>
                </a:extLst>
              </p:cNvPr>
              <p:cNvSpPr>
                <a:spLocks noGrp="1"/>
              </p:cNvSpPr>
              <p:nvPr/>
            </p:nvSpPr>
            <p:spPr>
              <a:xfrm rot="5400000">
                <a:off x="7446789" y="1813016"/>
                <a:ext cx="302427" cy="1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CA85941-5F72-83EF-D2B6-4E21D1723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46789" y="1813016"/>
                <a:ext cx="302427" cy="178107"/>
              </a:xfrm>
              <a:prstGeom prst="rect">
                <a:avLst/>
              </a:prstGeom>
              <a:blipFill>
                <a:blip r:embed="rId13"/>
                <a:stretch>
                  <a:fillRect l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DE0F5D-1369-98D0-30E2-D8ECF1F6968E}"/>
                  </a:ext>
                </a:extLst>
              </p:cNvPr>
              <p:cNvSpPr>
                <a:spLocks noGrp="1"/>
              </p:cNvSpPr>
              <p:nvPr/>
            </p:nvSpPr>
            <p:spPr>
              <a:xfrm rot="5400000">
                <a:off x="7449671" y="2533155"/>
                <a:ext cx="301447" cy="1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DE0F5D-1369-98D0-30E2-D8ECF1F69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49671" y="2533155"/>
                <a:ext cx="301447" cy="178107"/>
              </a:xfrm>
              <a:prstGeom prst="rect">
                <a:avLst/>
              </a:prstGeom>
              <a:blipFill>
                <a:blip r:embed="rId14"/>
                <a:stretch>
                  <a:fillRect l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B5C6E5-7264-EB45-267A-147A2304E3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83270" y="2150832"/>
                <a:ext cx="266586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𝜌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B5C6E5-7264-EB45-267A-147A2304E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270" y="2150832"/>
                <a:ext cx="266586" cy="25391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6B3B748-27E0-47CD-3BBE-66649F74012E}"/>
              </a:ext>
            </a:extLst>
          </p:cNvPr>
          <p:cNvSpPr>
            <a:spLocks noGrp="1"/>
          </p:cNvSpPr>
          <p:nvPr/>
        </p:nvSpPr>
        <p:spPr>
          <a:xfrm>
            <a:off x="6277509" y="1790521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E6D88DD-FD6B-B4A2-F20C-80D3BA1D3BA2}"/>
              </a:ext>
            </a:extLst>
          </p:cNvPr>
          <p:cNvSpPr>
            <a:spLocks noGrp="1"/>
          </p:cNvSpPr>
          <p:nvPr/>
        </p:nvSpPr>
        <p:spPr>
          <a:xfrm>
            <a:off x="6278538" y="1951847"/>
            <a:ext cx="114252" cy="78500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283E938-8BC9-F1E5-94AB-988F42F70E23}"/>
              </a:ext>
            </a:extLst>
          </p:cNvPr>
          <p:cNvSpPr>
            <a:spLocks noGrp="1"/>
          </p:cNvSpPr>
          <p:nvPr/>
        </p:nvSpPr>
        <p:spPr>
          <a:xfrm>
            <a:off x="6278174" y="2121550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641E641-87E9-B0C2-981A-F5AB89A69F40}"/>
              </a:ext>
            </a:extLst>
          </p:cNvPr>
          <p:cNvSpPr>
            <a:spLocks noGrp="1"/>
          </p:cNvSpPr>
          <p:nvPr/>
        </p:nvSpPr>
        <p:spPr>
          <a:xfrm>
            <a:off x="6279700" y="2308370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A203CFB-6C30-42ED-D506-A41B5F2597D5}"/>
              </a:ext>
            </a:extLst>
          </p:cNvPr>
          <p:cNvSpPr>
            <a:spLocks noGrp="1"/>
          </p:cNvSpPr>
          <p:nvPr/>
        </p:nvSpPr>
        <p:spPr>
          <a:xfrm>
            <a:off x="6279592" y="2480537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04C2BD3-624F-73FD-80F3-9145BD94F332}"/>
              </a:ext>
            </a:extLst>
          </p:cNvPr>
          <p:cNvSpPr>
            <a:spLocks noGrp="1"/>
          </p:cNvSpPr>
          <p:nvPr/>
        </p:nvSpPr>
        <p:spPr>
          <a:xfrm>
            <a:off x="6275962" y="2654476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920AF2-8901-02C0-E8A2-580860BDE34C}"/>
              </a:ext>
            </a:extLst>
          </p:cNvPr>
          <p:cNvSpPr>
            <a:spLocks noGrp="1"/>
          </p:cNvSpPr>
          <p:nvPr/>
        </p:nvSpPr>
        <p:spPr>
          <a:xfrm>
            <a:off x="6225085" y="2781762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792AB1-C812-37C8-5110-55726AEC6B26}"/>
              </a:ext>
            </a:extLst>
          </p:cNvPr>
          <p:cNvSpPr>
            <a:spLocks noGrp="1"/>
          </p:cNvSpPr>
          <p:nvPr/>
        </p:nvSpPr>
        <p:spPr>
          <a:xfrm>
            <a:off x="6490076" y="2779266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5AEFC3-7900-0452-D9E8-20BA97FB8760}"/>
              </a:ext>
            </a:extLst>
          </p:cNvPr>
          <p:cNvSpPr>
            <a:spLocks noGrp="1"/>
          </p:cNvSpPr>
          <p:nvPr/>
        </p:nvSpPr>
        <p:spPr>
          <a:xfrm>
            <a:off x="7481404" y="2750688"/>
            <a:ext cx="277639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D3B5646-A182-D4B3-6450-884C4A5E3C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51728" y="2167135"/>
                <a:ext cx="266586" cy="266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D3B5646-A182-D4B3-6450-884C4A5E3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28" y="2167135"/>
                <a:ext cx="266586" cy="2669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F98837-C55C-7A2E-7814-4998328E3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29731" y="2022345"/>
                <a:ext cx="266586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F98837-C55C-7A2E-7814-4998328E3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731" y="2022345"/>
                <a:ext cx="266586" cy="25391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5C2E0-86E2-4D97-7165-2685975500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31838" y="2795047"/>
                <a:ext cx="290015" cy="2539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latin typeface="Cambria Math"/>
                          <a:ea typeface="Cambria Math"/>
                          <a:cs typeface="Cambria Math"/>
                        </a:rPr>
                        <m:t>𝐿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5C2E0-86E2-4D97-7165-268597550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38" y="2795047"/>
                <a:ext cx="290015" cy="25391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C4634A5-7492-307A-49D9-165E43DF24A1}"/>
              </a:ext>
            </a:extLst>
          </p:cNvPr>
          <p:cNvSpPr>
            <a:spLocks noGrp="1"/>
          </p:cNvSpPr>
          <p:nvPr/>
        </p:nvSpPr>
        <p:spPr>
          <a:xfrm>
            <a:off x="6261673" y="1745102"/>
            <a:ext cx="2119643" cy="1245159"/>
          </a:xfrm>
          <a:prstGeom prst="roundRect">
            <a:avLst>
              <a:gd name="adj" fmla="val 3710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A5855-5DB3-A15F-D522-CA3E8C131ACC}"/>
              </a:ext>
            </a:extLst>
          </p:cNvPr>
          <p:cNvSpPr>
            <a:spLocks noGrp="1"/>
          </p:cNvSpPr>
          <p:nvPr/>
        </p:nvSpPr>
        <p:spPr>
          <a:xfrm>
            <a:off x="6823297" y="2783846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4DC7DE-BFF1-DC8A-D543-AE040A6D3633}"/>
              </a:ext>
            </a:extLst>
          </p:cNvPr>
          <p:cNvSpPr>
            <a:spLocks noGrp="1"/>
          </p:cNvSpPr>
          <p:nvPr/>
        </p:nvSpPr>
        <p:spPr>
          <a:xfrm>
            <a:off x="7156521" y="2782082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E9FF68-B558-B111-8043-17E2039E5E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05678" y="1517437"/>
                <a:ext cx="716255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050"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E9FF68-B558-B111-8043-17E2039E5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678" y="1517437"/>
                <a:ext cx="716255" cy="2539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20723E6-2987-C2D5-DE5C-320377288060}"/>
              </a:ext>
            </a:extLst>
          </p:cNvPr>
          <p:cNvSpPr>
            <a:spLocks noGrp="1"/>
          </p:cNvSpPr>
          <p:nvPr/>
        </p:nvSpPr>
        <p:spPr>
          <a:xfrm>
            <a:off x="2819400" y="2324100"/>
            <a:ext cx="20955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50">
                <a:solidFill>
                  <a:srgbClr val="C55A11"/>
                </a:solidFill>
              </a:defRPr>
            </a:pPr>
            <a:r>
              <a:rPr sz="1350">
                <a:solidFill>
                  <a:srgbClr val="C55A11"/>
                </a:solidFill>
              </a:rPr>
              <a:t>𝐻 ≈ ∑ₖ 𝑈ₖ† Λₖ 𝑈ₖ</a:t>
            </a:r>
            <a:endParaRPr sz="105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08" name="Picture 3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96790" y="2063811"/>
            <a:ext cx="805954" cy="90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19B81787-F06D-D8B2-68F1-362937141C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𝑍𝑌𝑌𝑋𝑋𝑌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19B81787-F06D-D8B2-68F1-362937141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blipFill>
                <a:blip r:embed="rId21"/>
                <a:stretch>
                  <a:fillRect l="-2128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C5BC15ED-4BD9-63CF-D444-B1723A6C8C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000" b="0" i="1">
                          <a:latin typeface="Cambria Math"/>
                          <a:ea typeface="Cambria Math"/>
                          <a:cs typeface="Cambria Math"/>
                        </a:rPr>
                        <m:t>𝐼𝐼𝐼𝑋𝑋𝐼</m:t>
                      </m:r>
                    </m:oMath>
                  </m:oMathPara>
                </a14:m>
                <a:endParaRPr sz="1000" b="0"/>
              </a:p>
            </p:txBody>
          </p:sp>
        </mc:Choice>
        <mc:Fallback xmlns="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C5BC15ED-4BD9-63CF-D444-B1723A6C8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9E52BF95-8AD6-44CE-3765-BEDC62E2EF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𝐼𝑋𝑌𝑌𝐼𝑍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9E52BF95-8AD6-44CE-3765-BEDC62E2E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B0A2F76F-5B6C-A707-7ED6-6087F16CAE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0" i="1">
                          <a:latin typeface="Cambria Math"/>
                          <a:ea typeface="Cambria Math"/>
                          <a:cs typeface="Cambria Math"/>
                        </a:rPr>
                        <m:t>𝐻</m:t>
                      </m:r>
                    </m:oMath>
                  </m:oMathPara>
                </a14:m>
                <a:endParaRPr sz="1200"/>
              </a:p>
            </p:txBody>
          </p:sp>
        </mc:Choice>
        <mc:Fallback xmlns="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B0A2F76F-5B6C-A707-7ED6-6087F16CA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eft Brace 45">
            <a:extLst>
              <a:ext uri="{FF2B5EF4-FFF2-40B4-BE49-F238E27FC236}">
                <a16:creationId xmlns:a16="http://schemas.microsoft.com/office/drawing/2014/main" id="{5C08F1D9-CFAC-1796-B95F-26BEA98400DA}"/>
              </a:ext>
            </a:extLst>
          </p:cNvPr>
          <p:cNvSpPr>
            <a:spLocks noGrp="1"/>
          </p:cNvSpPr>
          <p:nvPr/>
        </p:nvSpPr>
        <p:spPr>
          <a:xfrm>
            <a:off x="1241014" y="2236107"/>
            <a:ext cx="89560" cy="584722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Rounded Rectangle 46">
            <a:extLst>
              <a:ext uri="{FF2B5EF4-FFF2-40B4-BE49-F238E27FC236}">
                <a16:creationId xmlns:a16="http://schemas.microsoft.com/office/drawing/2014/main" id="{CC1FAA72-386C-6049-BF2A-34962AF3DA31}"/>
              </a:ext>
            </a:extLst>
          </p:cNvPr>
          <p:cNvSpPr>
            <a:spLocks noGrp="1"/>
          </p:cNvSpPr>
          <p:nvPr/>
        </p:nvSpPr>
        <p:spPr>
          <a:xfrm>
            <a:off x="1173729" y="1529124"/>
            <a:ext cx="1820286" cy="429710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111">
            <a:extLst>
              <a:ext uri="{FF2B5EF4-FFF2-40B4-BE49-F238E27FC236}">
                <a16:creationId xmlns:a16="http://schemas.microsoft.com/office/drawing/2014/main" id="{2BCF4B83-98F4-EDC9-2D3E-1677A2060D5C}"/>
              </a:ext>
            </a:extLst>
          </p:cNvPr>
          <p:cNvSpPr>
            <a:spLocks noGrp="1"/>
          </p:cNvSpPr>
          <p:nvPr/>
        </p:nvSpPr>
        <p:spPr>
          <a:xfrm>
            <a:off x="1173729" y="1375422"/>
            <a:ext cx="7048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SRDD</a:t>
            </a:r>
          </a:p>
        </p:txBody>
      </p:sp>
      <p:sp>
        <p:nvSpPr>
          <p:cNvPr id="67" name="Rounded Rectangle 48">
            <a:extLst>
              <a:ext uri="{FF2B5EF4-FFF2-40B4-BE49-F238E27FC236}">
                <a16:creationId xmlns:a16="http://schemas.microsoft.com/office/drawing/2014/main" id="{9E1C5EE6-2A5B-6842-220D-8B5E155E0B17}"/>
              </a:ext>
            </a:extLst>
          </p:cNvPr>
          <p:cNvSpPr>
            <a:spLocks noGrp="1"/>
          </p:cNvSpPr>
          <p:nvPr/>
        </p:nvSpPr>
        <p:spPr>
          <a:xfrm>
            <a:off x="1020938" y="2190672"/>
            <a:ext cx="1074016" cy="691701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TextBox 49">
            <a:extLst>
              <a:ext uri="{FF2B5EF4-FFF2-40B4-BE49-F238E27FC236}">
                <a16:creationId xmlns:a16="http://schemas.microsoft.com/office/drawing/2014/main" id="{CC62DF07-47D6-B0B5-4C1A-DCAC13612795}"/>
              </a:ext>
            </a:extLst>
          </p:cNvPr>
          <p:cNvSpPr>
            <a:spLocks noGrp="1"/>
          </p:cNvSpPr>
          <p:nvPr/>
        </p:nvSpPr>
        <p:spPr>
          <a:xfrm>
            <a:off x="895448" y="2018470"/>
            <a:ext cx="77457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Pauli basis</a:t>
            </a:r>
          </a:p>
        </p:txBody>
      </p:sp>
      <p:sp>
        <p:nvSpPr>
          <p:cNvPr id="102" name="Rounded Rectangle 50">
            <a:extLst>
              <a:ext uri="{FF2B5EF4-FFF2-40B4-BE49-F238E27FC236}">
                <a16:creationId xmlns:a16="http://schemas.microsoft.com/office/drawing/2014/main" id="{C2775991-6D17-7A29-86FB-5D3044F73F15}"/>
              </a:ext>
            </a:extLst>
          </p:cNvPr>
          <p:cNvSpPr>
            <a:spLocks noGrp="1"/>
          </p:cNvSpPr>
          <p:nvPr/>
        </p:nvSpPr>
        <p:spPr>
          <a:xfrm>
            <a:off x="2224107" y="2054454"/>
            <a:ext cx="878637" cy="910353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TextBox 99">
            <a:extLst>
              <a:ext uri="{FF2B5EF4-FFF2-40B4-BE49-F238E27FC236}">
                <a16:creationId xmlns:a16="http://schemas.microsoft.com/office/drawing/2014/main" id="{A5EA8693-06C5-37D9-5B4C-D028BB833EFF}"/>
              </a:ext>
            </a:extLst>
          </p:cNvPr>
          <p:cNvSpPr>
            <a:spLocks noGrp="1"/>
          </p:cNvSpPr>
          <p:nvPr/>
        </p:nvSpPr>
        <p:spPr>
          <a:xfrm>
            <a:off x="2088862" y="1900224"/>
            <a:ext cx="43313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E89B5C"/>
                </a:solidFill>
              </a:rPr>
              <a:t>GPD</a:t>
            </a:r>
          </a:p>
        </p:txBody>
      </p:sp>
      <p:sp>
        <p:nvSpPr>
          <p:cNvPr id="214" name="SRDD orbital rail 1">
            <a:extLst>
              <a:ext uri="{FF2B5EF4-FFF2-40B4-BE49-F238E27FC236}">
                <a16:creationId xmlns:a16="http://schemas.microsoft.com/office/drawing/2014/main" id="{9C6E2F05-BD55-4CB8-924A-9416C4BEC763}"/>
              </a:ext>
            </a:extLst>
          </p:cNvPr>
          <p:cNvSpPr>
            <a:spLocks noGrp="1"/>
          </p:cNvSpPr>
          <p:nvPr/>
        </p:nvSpPr>
        <p:spPr>
          <a:xfrm>
            <a:off x="1590675" y="161734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SRDD orbital rail 2">
            <a:extLst>
              <a:ext uri="{FF2B5EF4-FFF2-40B4-BE49-F238E27FC236}">
                <a16:creationId xmlns:a16="http://schemas.microsoft.com/office/drawing/2014/main" id="{9231CC75-7BBE-4351-8C02-D7698816B8F0}"/>
              </a:ext>
            </a:extLst>
          </p:cNvPr>
          <p:cNvSpPr>
            <a:spLocks noGrp="1"/>
          </p:cNvSpPr>
          <p:nvPr/>
        </p:nvSpPr>
        <p:spPr>
          <a:xfrm>
            <a:off x="1590675" y="171450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SRDD orbital rail 3">
            <a:extLst>
              <a:ext uri="{FF2B5EF4-FFF2-40B4-BE49-F238E27FC236}">
                <a16:creationId xmlns:a16="http://schemas.microsoft.com/office/drawing/2014/main" id="{1A66DB94-7298-4C14-B6CD-CD1CAB82296A}"/>
              </a:ext>
            </a:extLst>
          </p:cNvPr>
          <p:cNvSpPr>
            <a:spLocks noGrp="1"/>
          </p:cNvSpPr>
          <p:nvPr/>
        </p:nvSpPr>
        <p:spPr>
          <a:xfrm>
            <a:off x="1590675" y="181165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SRDD orbital rail 4">
            <a:extLst>
              <a:ext uri="{FF2B5EF4-FFF2-40B4-BE49-F238E27FC236}">
                <a16:creationId xmlns:a16="http://schemas.microsoft.com/office/drawing/2014/main" id="{4BC2CDEC-2B36-4CF3-8B11-2C0540C2DB71}"/>
              </a:ext>
            </a:extLst>
          </p:cNvPr>
          <p:cNvSpPr>
            <a:spLocks noGrp="1"/>
          </p:cNvSpPr>
          <p:nvPr/>
        </p:nvSpPr>
        <p:spPr>
          <a:xfrm>
            <a:off x="1590675" y="190881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SRDD Givens connector 1-12">
            <a:extLst>
              <a:ext uri="{FF2B5EF4-FFF2-40B4-BE49-F238E27FC236}">
                <a16:creationId xmlns:a16="http://schemas.microsoft.com/office/drawing/2014/main" id="{C6E1AEC0-0F81-42B6-B18C-24D5ACC69398}"/>
              </a:ext>
            </a:extLst>
          </p:cNvPr>
          <p:cNvSpPr>
            <a:spLocks noGrp="1"/>
          </p:cNvSpPr>
          <p:nvPr/>
        </p:nvSpPr>
        <p:spPr>
          <a:xfrm>
            <a:off x="17573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SRDD Givens connector 1-34">
            <a:extLst>
              <a:ext uri="{FF2B5EF4-FFF2-40B4-BE49-F238E27FC236}">
                <a16:creationId xmlns:a16="http://schemas.microsoft.com/office/drawing/2014/main" id="{A4225BF0-7706-4728-B638-699DBE68FABE}"/>
              </a:ext>
            </a:extLst>
          </p:cNvPr>
          <p:cNvSpPr>
            <a:spLocks noGrp="1"/>
          </p:cNvSpPr>
          <p:nvPr/>
        </p:nvSpPr>
        <p:spPr>
          <a:xfrm>
            <a:off x="17573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SRDD Givens connector 2-23">
            <a:extLst>
              <a:ext uri="{FF2B5EF4-FFF2-40B4-BE49-F238E27FC236}">
                <a16:creationId xmlns:a16="http://schemas.microsoft.com/office/drawing/2014/main" id="{0A727AA6-1AFB-4EDC-BC36-F7F706CFA62F}"/>
              </a:ext>
            </a:extLst>
          </p:cNvPr>
          <p:cNvSpPr>
            <a:spLocks noGrp="1"/>
          </p:cNvSpPr>
          <p:nvPr/>
        </p:nvSpPr>
        <p:spPr>
          <a:xfrm>
            <a:off x="20812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SRDD Givens connector 3-12">
            <a:extLst>
              <a:ext uri="{FF2B5EF4-FFF2-40B4-BE49-F238E27FC236}">
                <a16:creationId xmlns:a16="http://schemas.microsoft.com/office/drawing/2014/main" id="{DB77062E-36AA-46ED-86B7-B2B5D478AF81}"/>
              </a:ext>
            </a:extLst>
          </p:cNvPr>
          <p:cNvSpPr>
            <a:spLocks noGrp="1"/>
          </p:cNvSpPr>
          <p:nvPr/>
        </p:nvSpPr>
        <p:spPr>
          <a:xfrm>
            <a:off x="24050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SRDD Givens connector 3-34">
            <a:extLst>
              <a:ext uri="{FF2B5EF4-FFF2-40B4-BE49-F238E27FC236}">
                <a16:creationId xmlns:a16="http://schemas.microsoft.com/office/drawing/2014/main" id="{BCA38D8B-F38A-4DE0-8743-7C2D75A1608A}"/>
              </a:ext>
            </a:extLst>
          </p:cNvPr>
          <p:cNvSpPr>
            <a:spLocks noGrp="1"/>
          </p:cNvSpPr>
          <p:nvPr/>
        </p:nvSpPr>
        <p:spPr>
          <a:xfrm>
            <a:off x="24050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SRDD Givens connector 4-23">
            <a:extLst>
              <a:ext uri="{FF2B5EF4-FFF2-40B4-BE49-F238E27FC236}">
                <a16:creationId xmlns:a16="http://schemas.microsoft.com/office/drawing/2014/main" id="{92D16C4E-EFF6-4F7F-9958-5D7C45BF55C0}"/>
              </a:ext>
            </a:extLst>
          </p:cNvPr>
          <p:cNvSpPr>
            <a:spLocks noGrp="1"/>
          </p:cNvSpPr>
          <p:nvPr/>
        </p:nvSpPr>
        <p:spPr>
          <a:xfrm>
            <a:off x="27289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SRDD Givens node 1-1">
            <a:extLst>
              <a:ext uri="{FF2B5EF4-FFF2-40B4-BE49-F238E27FC236}">
                <a16:creationId xmlns:a16="http://schemas.microsoft.com/office/drawing/2014/main" id="{CD569984-3C6A-4C7A-8A19-893E9A7BA697}"/>
              </a:ext>
            </a:extLst>
          </p:cNvPr>
          <p:cNvSpPr>
            <a:spLocks noGrp="1"/>
          </p:cNvSpPr>
          <p:nvPr/>
        </p:nvSpPr>
        <p:spPr>
          <a:xfrm>
            <a:off x="17230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RDD Givens node 1-2">
            <a:extLst>
              <a:ext uri="{FF2B5EF4-FFF2-40B4-BE49-F238E27FC236}">
                <a16:creationId xmlns:a16="http://schemas.microsoft.com/office/drawing/2014/main" id="{A77E8478-942E-4266-94BE-BB36871FC1FF}"/>
              </a:ext>
            </a:extLst>
          </p:cNvPr>
          <p:cNvSpPr>
            <a:spLocks noGrp="1"/>
          </p:cNvSpPr>
          <p:nvPr/>
        </p:nvSpPr>
        <p:spPr>
          <a:xfrm>
            <a:off x="17230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RDD Givens node 1-3">
            <a:extLst>
              <a:ext uri="{FF2B5EF4-FFF2-40B4-BE49-F238E27FC236}">
                <a16:creationId xmlns:a16="http://schemas.microsoft.com/office/drawing/2014/main" id="{77606404-D166-4577-9037-3F9ED6E03173}"/>
              </a:ext>
            </a:extLst>
          </p:cNvPr>
          <p:cNvSpPr>
            <a:spLocks noGrp="1"/>
          </p:cNvSpPr>
          <p:nvPr/>
        </p:nvSpPr>
        <p:spPr>
          <a:xfrm>
            <a:off x="17230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SRDD Givens node 1-4">
            <a:extLst>
              <a:ext uri="{FF2B5EF4-FFF2-40B4-BE49-F238E27FC236}">
                <a16:creationId xmlns:a16="http://schemas.microsoft.com/office/drawing/2014/main" id="{931EEC76-48CF-47EE-92DC-96F5C13759BA}"/>
              </a:ext>
            </a:extLst>
          </p:cNvPr>
          <p:cNvSpPr>
            <a:spLocks noGrp="1"/>
          </p:cNvSpPr>
          <p:nvPr/>
        </p:nvSpPr>
        <p:spPr>
          <a:xfrm>
            <a:off x="17230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RDD Givens node 2-2">
            <a:extLst>
              <a:ext uri="{FF2B5EF4-FFF2-40B4-BE49-F238E27FC236}">
                <a16:creationId xmlns:a16="http://schemas.microsoft.com/office/drawing/2014/main" id="{904D1639-6054-45BF-93D7-C95A32B94E90}"/>
              </a:ext>
            </a:extLst>
          </p:cNvPr>
          <p:cNvSpPr>
            <a:spLocks noGrp="1"/>
          </p:cNvSpPr>
          <p:nvPr/>
        </p:nvSpPr>
        <p:spPr>
          <a:xfrm>
            <a:off x="20469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SRDD Givens node 2-3">
            <a:extLst>
              <a:ext uri="{FF2B5EF4-FFF2-40B4-BE49-F238E27FC236}">
                <a16:creationId xmlns:a16="http://schemas.microsoft.com/office/drawing/2014/main" id="{B2F097B3-1AC3-4A3D-A9BD-1B8D87C4A612}"/>
              </a:ext>
            </a:extLst>
          </p:cNvPr>
          <p:cNvSpPr>
            <a:spLocks noGrp="1"/>
          </p:cNvSpPr>
          <p:nvPr/>
        </p:nvSpPr>
        <p:spPr>
          <a:xfrm>
            <a:off x="20469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SRDD Givens node 3-1">
            <a:extLst>
              <a:ext uri="{FF2B5EF4-FFF2-40B4-BE49-F238E27FC236}">
                <a16:creationId xmlns:a16="http://schemas.microsoft.com/office/drawing/2014/main" id="{C227A179-1ACA-471A-A323-DA536FFBCB9B}"/>
              </a:ext>
            </a:extLst>
          </p:cNvPr>
          <p:cNvSpPr>
            <a:spLocks noGrp="1"/>
          </p:cNvSpPr>
          <p:nvPr/>
        </p:nvSpPr>
        <p:spPr>
          <a:xfrm>
            <a:off x="23707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SRDD Givens node 3-2">
            <a:extLst>
              <a:ext uri="{FF2B5EF4-FFF2-40B4-BE49-F238E27FC236}">
                <a16:creationId xmlns:a16="http://schemas.microsoft.com/office/drawing/2014/main" id="{CC14DDAF-B62C-42BE-BAD0-48FEB3740E84}"/>
              </a:ext>
            </a:extLst>
          </p:cNvPr>
          <p:cNvSpPr>
            <a:spLocks noGrp="1"/>
          </p:cNvSpPr>
          <p:nvPr/>
        </p:nvSpPr>
        <p:spPr>
          <a:xfrm>
            <a:off x="23707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SRDD Givens node 3-3">
            <a:extLst>
              <a:ext uri="{FF2B5EF4-FFF2-40B4-BE49-F238E27FC236}">
                <a16:creationId xmlns:a16="http://schemas.microsoft.com/office/drawing/2014/main" id="{9DD19F36-7A87-4E5F-B4DD-DECD8D872843}"/>
              </a:ext>
            </a:extLst>
          </p:cNvPr>
          <p:cNvSpPr>
            <a:spLocks noGrp="1"/>
          </p:cNvSpPr>
          <p:nvPr/>
        </p:nvSpPr>
        <p:spPr>
          <a:xfrm>
            <a:off x="23707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SRDD Givens node 3-4">
            <a:extLst>
              <a:ext uri="{FF2B5EF4-FFF2-40B4-BE49-F238E27FC236}">
                <a16:creationId xmlns:a16="http://schemas.microsoft.com/office/drawing/2014/main" id="{6ACBCD1A-92A0-4FB7-B4A8-DD9594DD5DFB}"/>
              </a:ext>
            </a:extLst>
          </p:cNvPr>
          <p:cNvSpPr>
            <a:spLocks noGrp="1"/>
          </p:cNvSpPr>
          <p:nvPr/>
        </p:nvSpPr>
        <p:spPr>
          <a:xfrm>
            <a:off x="23707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SRDD Givens node 4-2">
            <a:extLst>
              <a:ext uri="{FF2B5EF4-FFF2-40B4-BE49-F238E27FC236}">
                <a16:creationId xmlns:a16="http://schemas.microsoft.com/office/drawing/2014/main" id="{28BA69BF-48B5-451C-9798-71A1042FAC68}"/>
              </a:ext>
            </a:extLst>
          </p:cNvPr>
          <p:cNvSpPr>
            <a:spLocks noGrp="1"/>
          </p:cNvSpPr>
          <p:nvPr/>
        </p:nvSpPr>
        <p:spPr>
          <a:xfrm>
            <a:off x="26946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SRDD Givens node 4-3">
            <a:extLst>
              <a:ext uri="{FF2B5EF4-FFF2-40B4-BE49-F238E27FC236}">
                <a16:creationId xmlns:a16="http://schemas.microsoft.com/office/drawing/2014/main" id="{8541D1DA-4B7B-4604-B4DA-E1CEBFC55C4E}"/>
              </a:ext>
            </a:extLst>
          </p:cNvPr>
          <p:cNvSpPr>
            <a:spLocks noGrp="1"/>
          </p:cNvSpPr>
          <p:nvPr/>
        </p:nvSpPr>
        <p:spPr>
          <a:xfrm>
            <a:off x="26946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SRDD orbital rotation symbol">
            <a:extLst>
              <a:ext uri="{FF2B5EF4-FFF2-40B4-BE49-F238E27FC236}">
                <a16:creationId xmlns:a16="http://schemas.microsoft.com/office/drawing/2014/main" id="{395CDD3F-30FB-4DA2-8F7B-CD8E3B094852}"/>
              </a:ext>
            </a:extLst>
          </p:cNvPr>
          <p:cNvSpPr>
            <a:spLocks noGrp="1"/>
          </p:cNvSpPr>
          <p:nvPr/>
        </p:nvSpPr>
        <p:spPr>
          <a:xfrm>
            <a:off x="1209675" y="1659255"/>
            <a:ext cx="323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718FBE"/>
                </a:solidFill>
              </a:defRPr>
            </a:pPr>
            <a:r>
              <a:rPr sz="1013">
                <a:solidFill>
                  <a:srgbClr val="718FBE"/>
                </a:solidFill>
              </a:rPr>
              <a:t>𝑂ₜ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D88EE061-5F53-4D9F-B58B-7C4E64469A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>
                  <a:buNone/>
                  <a:defRPr sz="563">
                    <a:solidFill>
                      <a:srgbClr val="718FBE"/>
                    </a:solidFill>
                  </a:defRPr>
                </a:pPr>
                <a:r>
                  <a:rPr sz="563">
                    <a:solidFill>
                      <a:srgbClr val="718FBE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e>
                      <m:sub>
                        <m:r>
                          <a:rPr lang="en-US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sz="563">
                    <a:solidFill>
                      <a:srgbClr val="718FBE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D88EE061-5F53-4D9F-B58B-7C4E64469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blipFill>
                <a:blip r:embed="rId25"/>
                <a:stretch>
                  <a:fillRect b="-3181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80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D4DB-D02F-D3A1-846E-52EAC8DD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triped Right Arrow 146">
            <a:extLst>
              <a:ext uri="{FF2B5EF4-FFF2-40B4-BE49-F238E27FC236}">
                <a16:creationId xmlns:a16="http://schemas.microsoft.com/office/drawing/2014/main" id="{03FADCDF-20C0-B1EF-28BA-4E72BD774177}"/>
              </a:ext>
            </a:extLst>
          </p:cNvPr>
          <p:cNvSpPr>
            <a:spLocks noGrp="1"/>
          </p:cNvSpPr>
          <p:nvPr/>
        </p:nvSpPr>
        <p:spPr>
          <a:xfrm>
            <a:off x="3129689" y="2146464"/>
            <a:ext cx="241214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71E75A-0E98-FD7F-32D4-D520140138D6}"/>
              </a:ext>
            </a:extLst>
          </p:cNvPr>
          <p:cNvSpPr>
            <a:spLocks noGrp="1"/>
          </p:cNvSpPr>
          <p:nvPr/>
        </p:nvSpPr>
        <p:spPr>
          <a:xfrm>
            <a:off x="928997" y="3067050"/>
            <a:ext cx="20955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50">
                <a:solidFill>
                  <a:srgbClr val="C55A11"/>
                </a:solidFill>
              </a:defRPr>
            </a:pPr>
            <a:r>
              <a:rPr sz="1350" dirty="0">
                <a:solidFill>
                  <a:srgbClr val="C55A11"/>
                </a:solidFill>
              </a:rPr>
              <a:t>𝐻 ≈ ∑ₖ 𝑈ₖ† Λₖ 𝑈ₖ</a:t>
            </a:r>
            <a:endParaRPr sz="105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08" name="Picture 36">
            <a:extLst>
              <a:ext uri="{FF2B5EF4-FFF2-40B4-BE49-F238E27FC236}">
                <a16:creationId xmlns:a16="http://schemas.microsoft.com/office/drawing/2014/main" id="{E81CF9B7-BFAF-653D-FFE5-7CCDF0867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790" y="2063811"/>
            <a:ext cx="805954" cy="90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C839784F-D27D-8263-D9B7-B395FE0C4A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𝑍𝑌𝑌𝑋𝑋𝑌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19B81787-F06D-D8B2-68F1-362937141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blipFill>
                <a:blip r:embed="rId21"/>
                <a:stretch>
                  <a:fillRect l="-2128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D3F48FBF-49DE-A237-313C-053FE3DAD2A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000" b="0" i="1">
                          <a:latin typeface="Cambria Math"/>
                          <a:ea typeface="Cambria Math"/>
                          <a:cs typeface="Cambria Math"/>
                        </a:rPr>
                        <m:t>𝐼𝐼𝐼𝑋𝑋𝐼</m:t>
                      </m:r>
                    </m:oMath>
                  </m:oMathPara>
                </a14:m>
                <a:endParaRPr sz="1000" b="0"/>
              </a:p>
            </p:txBody>
          </p:sp>
        </mc:Choice>
        <mc:Fallback xmlns="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C5BC15ED-4BD9-63CF-D444-B1723A6C8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52828623-1DF0-5D03-C217-4FF5CA9A33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𝐼𝑋𝑌𝑌𝐼𝑍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9E52BF95-8AD6-44CE-3765-BEDC62E2E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95B7C13E-93F7-4E5B-FACA-AB917DF972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0" i="1">
                          <a:latin typeface="Cambria Math"/>
                          <a:ea typeface="Cambria Math"/>
                          <a:cs typeface="Cambria Math"/>
                        </a:rPr>
                        <m:t>𝐻</m:t>
                      </m:r>
                    </m:oMath>
                  </m:oMathPara>
                </a14:m>
                <a:endParaRPr sz="1200"/>
              </a:p>
            </p:txBody>
          </p:sp>
        </mc:Choice>
        <mc:Fallback xmlns="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B0A2F76F-5B6C-A707-7ED6-6087F16CA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eft Brace 45">
            <a:extLst>
              <a:ext uri="{FF2B5EF4-FFF2-40B4-BE49-F238E27FC236}">
                <a16:creationId xmlns:a16="http://schemas.microsoft.com/office/drawing/2014/main" id="{B397F564-2989-2395-E006-DE81EDE35E06}"/>
              </a:ext>
            </a:extLst>
          </p:cNvPr>
          <p:cNvSpPr>
            <a:spLocks noGrp="1"/>
          </p:cNvSpPr>
          <p:nvPr/>
        </p:nvSpPr>
        <p:spPr>
          <a:xfrm>
            <a:off x="1241014" y="2236107"/>
            <a:ext cx="89560" cy="584722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Rounded Rectangle 46">
            <a:extLst>
              <a:ext uri="{FF2B5EF4-FFF2-40B4-BE49-F238E27FC236}">
                <a16:creationId xmlns:a16="http://schemas.microsoft.com/office/drawing/2014/main" id="{434B35C9-5CD9-964E-A27B-5E6E019BDC4A}"/>
              </a:ext>
            </a:extLst>
          </p:cNvPr>
          <p:cNvSpPr>
            <a:spLocks noGrp="1"/>
          </p:cNvSpPr>
          <p:nvPr/>
        </p:nvSpPr>
        <p:spPr>
          <a:xfrm>
            <a:off x="1173729" y="1529124"/>
            <a:ext cx="1820286" cy="429710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111">
            <a:extLst>
              <a:ext uri="{FF2B5EF4-FFF2-40B4-BE49-F238E27FC236}">
                <a16:creationId xmlns:a16="http://schemas.microsoft.com/office/drawing/2014/main" id="{B684437F-B502-3EF1-3E93-59ADFBF885FF}"/>
              </a:ext>
            </a:extLst>
          </p:cNvPr>
          <p:cNvSpPr>
            <a:spLocks noGrp="1"/>
          </p:cNvSpPr>
          <p:nvPr/>
        </p:nvSpPr>
        <p:spPr>
          <a:xfrm>
            <a:off x="1173729" y="1375422"/>
            <a:ext cx="7048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SRDD</a:t>
            </a:r>
          </a:p>
        </p:txBody>
      </p:sp>
      <p:sp>
        <p:nvSpPr>
          <p:cNvPr id="67" name="Rounded Rectangle 48">
            <a:extLst>
              <a:ext uri="{FF2B5EF4-FFF2-40B4-BE49-F238E27FC236}">
                <a16:creationId xmlns:a16="http://schemas.microsoft.com/office/drawing/2014/main" id="{B0209BD3-BE7F-3039-10F0-60BE9D469255}"/>
              </a:ext>
            </a:extLst>
          </p:cNvPr>
          <p:cNvSpPr>
            <a:spLocks noGrp="1"/>
          </p:cNvSpPr>
          <p:nvPr/>
        </p:nvSpPr>
        <p:spPr>
          <a:xfrm>
            <a:off x="1020938" y="2190672"/>
            <a:ext cx="1074016" cy="691701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TextBox 49">
            <a:extLst>
              <a:ext uri="{FF2B5EF4-FFF2-40B4-BE49-F238E27FC236}">
                <a16:creationId xmlns:a16="http://schemas.microsoft.com/office/drawing/2014/main" id="{2C8FFAB9-ACF9-F18B-EC8C-986C897334C6}"/>
              </a:ext>
            </a:extLst>
          </p:cNvPr>
          <p:cNvSpPr>
            <a:spLocks noGrp="1"/>
          </p:cNvSpPr>
          <p:nvPr/>
        </p:nvSpPr>
        <p:spPr>
          <a:xfrm>
            <a:off x="895448" y="2018470"/>
            <a:ext cx="77457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Pauli basis</a:t>
            </a:r>
          </a:p>
        </p:txBody>
      </p:sp>
      <p:sp>
        <p:nvSpPr>
          <p:cNvPr id="102" name="Rounded Rectangle 50">
            <a:extLst>
              <a:ext uri="{FF2B5EF4-FFF2-40B4-BE49-F238E27FC236}">
                <a16:creationId xmlns:a16="http://schemas.microsoft.com/office/drawing/2014/main" id="{A991B1B2-D5AB-BA68-E6F4-DA2B5612D7E9}"/>
              </a:ext>
            </a:extLst>
          </p:cNvPr>
          <p:cNvSpPr>
            <a:spLocks noGrp="1"/>
          </p:cNvSpPr>
          <p:nvPr/>
        </p:nvSpPr>
        <p:spPr>
          <a:xfrm>
            <a:off x="2224107" y="2054454"/>
            <a:ext cx="878637" cy="910353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TextBox 99">
            <a:extLst>
              <a:ext uri="{FF2B5EF4-FFF2-40B4-BE49-F238E27FC236}">
                <a16:creationId xmlns:a16="http://schemas.microsoft.com/office/drawing/2014/main" id="{B965C4C2-86A6-055E-7726-BCBCFCB215AE}"/>
              </a:ext>
            </a:extLst>
          </p:cNvPr>
          <p:cNvSpPr>
            <a:spLocks noGrp="1"/>
          </p:cNvSpPr>
          <p:nvPr/>
        </p:nvSpPr>
        <p:spPr>
          <a:xfrm>
            <a:off x="2088862" y="1900224"/>
            <a:ext cx="43313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E89B5C"/>
                </a:solidFill>
              </a:rPr>
              <a:t>GPD</a:t>
            </a:r>
          </a:p>
        </p:txBody>
      </p:sp>
      <p:sp>
        <p:nvSpPr>
          <p:cNvPr id="214" name="SRDD orbital rail 1">
            <a:extLst>
              <a:ext uri="{FF2B5EF4-FFF2-40B4-BE49-F238E27FC236}">
                <a16:creationId xmlns:a16="http://schemas.microsoft.com/office/drawing/2014/main" id="{B026E55F-90CB-91CB-4FC5-F32D86248CBF}"/>
              </a:ext>
            </a:extLst>
          </p:cNvPr>
          <p:cNvSpPr>
            <a:spLocks noGrp="1"/>
          </p:cNvSpPr>
          <p:nvPr/>
        </p:nvSpPr>
        <p:spPr>
          <a:xfrm>
            <a:off x="1590675" y="161734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SRDD orbital rail 2">
            <a:extLst>
              <a:ext uri="{FF2B5EF4-FFF2-40B4-BE49-F238E27FC236}">
                <a16:creationId xmlns:a16="http://schemas.microsoft.com/office/drawing/2014/main" id="{3C3A040B-951F-6A17-0DE6-EED1B8D3EBEF}"/>
              </a:ext>
            </a:extLst>
          </p:cNvPr>
          <p:cNvSpPr>
            <a:spLocks noGrp="1"/>
          </p:cNvSpPr>
          <p:nvPr/>
        </p:nvSpPr>
        <p:spPr>
          <a:xfrm>
            <a:off x="1590675" y="171450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SRDD orbital rail 3">
            <a:extLst>
              <a:ext uri="{FF2B5EF4-FFF2-40B4-BE49-F238E27FC236}">
                <a16:creationId xmlns:a16="http://schemas.microsoft.com/office/drawing/2014/main" id="{95425DC3-8FA3-47C7-D91D-4513DC30F0A5}"/>
              </a:ext>
            </a:extLst>
          </p:cNvPr>
          <p:cNvSpPr>
            <a:spLocks noGrp="1"/>
          </p:cNvSpPr>
          <p:nvPr/>
        </p:nvSpPr>
        <p:spPr>
          <a:xfrm>
            <a:off x="1590675" y="181165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SRDD orbital rail 4">
            <a:extLst>
              <a:ext uri="{FF2B5EF4-FFF2-40B4-BE49-F238E27FC236}">
                <a16:creationId xmlns:a16="http://schemas.microsoft.com/office/drawing/2014/main" id="{71AF67EB-692F-00C6-8A55-552DFB36C082}"/>
              </a:ext>
            </a:extLst>
          </p:cNvPr>
          <p:cNvSpPr>
            <a:spLocks noGrp="1"/>
          </p:cNvSpPr>
          <p:nvPr/>
        </p:nvSpPr>
        <p:spPr>
          <a:xfrm>
            <a:off x="1590675" y="190881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SRDD Givens connector 1-12">
            <a:extLst>
              <a:ext uri="{FF2B5EF4-FFF2-40B4-BE49-F238E27FC236}">
                <a16:creationId xmlns:a16="http://schemas.microsoft.com/office/drawing/2014/main" id="{D5AC1296-2D9C-C298-3D1F-99E55ABC4E4A}"/>
              </a:ext>
            </a:extLst>
          </p:cNvPr>
          <p:cNvSpPr>
            <a:spLocks noGrp="1"/>
          </p:cNvSpPr>
          <p:nvPr/>
        </p:nvSpPr>
        <p:spPr>
          <a:xfrm>
            <a:off x="17573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SRDD Givens connector 1-34">
            <a:extLst>
              <a:ext uri="{FF2B5EF4-FFF2-40B4-BE49-F238E27FC236}">
                <a16:creationId xmlns:a16="http://schemas.microsoft.com/office/drawing/2014/main" id="{B00CE8DA-385F-AAFE-6246-15244676D8F6}"/>
              </a:ext>
            </a:extLst>
          </p:cNvPr>
          <p:cNvSpPr>
            <a:spLocks noGrp="1"/>
          </p:cNvSpPr>
          <p:nvPr/>
        </p:nvSpPr>
        <p:spPr>
          <a:xfrm>
            <a:off x="17573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SRDD Givens connector 2-23">
            <a:extLst>
              <a:ext uri="{FF2B5EF4-FFF2-40B4-BE49-F238E27FC236}">
                <a16:creationId xmlns:a16="http://schemas.microsoft.com/office/drawing/2014/main" id="{F9D36BF3-A32C-393E-7D27-73838694DEF6}"/>
              </a:ext>
            </a:extLst>
          </p:cNvPr>
          <p:cNvSpPr>
            <a:spLocks noGrp="1"/>
          </p:cNvSpPr>
          <p:nvPr/>
        </p:nvSpPr>
        <p:spPr>
          <a:xfrm>
            <a:off x="20812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SRDD Givens connector 3-12">
            <a:extLst>
              <a:ext uri="{FF2B5EF4-FFF2-40B4-BE49-F238E27FC236}">
                <a16:creationId xmlns:a16="http://schemas.microsoft.com/office/drawing/2014/main" id="{C8D93F10-C577-6A8B-E450-EFE25EDFCFB6}"/>
              </a:ext>
            </a:extLst>
          </p:cNvPr>
          <p:cNvSpPr>
            <a:spLocks noGrp="1"/>
          </p:cNvSpPr>
          <p:nvPr/>
        </p:nvSpPr>
        <p:spPr>
          <a:xfrm>
            <a:off x="24050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SRDD Givens connector 3-34">
            <a:extLst>
              <a:ext uri="{FF2B5EF4-FFF2-40B4-BE49-F238E27FC236}">
                <a16:creationId xmlns:a16="http://schemas.microsoft.com/office/drawing/2014/main" id="{FC34D5C1-4962-D8D5-5EA0-D43AD20EA111}"/>
              </a:ext>
            </a:extLst>
          </p:cNvPr>
          <p:cNvSpPr>
            <a:spLocks noGrp="1"/>
          </p:cNvSpPr>
          <p:nvPr/>
        </p:nvSpPr>
        <p:spPr>
          <a:xfrm>
            <a:off x="24050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SRDD Givens connector 4-23">
            <a:extLst>
              <a:ext uri="{FF2B5EF4-FFF2-40B4-BE49-F238E27FC236}">
                <a16:creationId xmlns:a16="http://schemas.microsoft.com/office/drawing/2014/main" id="{7CE72461-FA46-BADC-F96F-E9F05C36FCA8}"/>
              </a:ext>
            </a:extLst>
          </p:cNvPr>
          <p:cNvSpPr>
            <a:spLocks noGrp="1"/>
          </p:cNvSpPr>
          <p:nvPr/>
        </p:nvSpPr>
        <p:spPr>
          <a:xfrm>
            <a:off x="27289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SRDD Givens node 1-1">
            <a:extLst>
              <a:ext uri="{FF2B5EF4-FFF2-40B4-BE49-F238E27FC236}">
                <a16:creationId xmlns:a16="http://schemas.microsoft.com/office/drawing/2014/main" id="{96BD385B-23C1-BE49-B9E5-85350EE123A2}"/>
              </a:ext>
            </a:extLst>
          </p:cNvPr>
          <p:cNvSpPr>
            <a:spLocks noGrp="1"/>
          </p:cNvSpPr>
          <p:nvPr/>
        </p:nvSpPr>
        <p:spPr>
          <a:xfrm>
            <a:off x="17230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RDD Givens node 1-2">
            <a:extLst>
              <a:ext uri="{FF2B5EF4-FFF2-40B4-BE49-F238E27FC236}">
                <a16:creationId xmlns:a16="http://schemas.microsoft.com/office/drawing/2014/main" id="{845F7894-44E0-695B-8C7E-990E607D0916}"/>
              </a:ext>
            </a:extLst>
          </p:cNvPr>
          <p:cNvSpPr>
            <a:spLocks noGrp="1"/>
          </p:cNvSpPr>
          <p:nvPr/>
        </p:nvSpPr>
        <p:spPr>
          <a:xfrm>
            <a:off x="17230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RDD Givens node 1-3">
            <a:extLst>
              <a:ext uri="{FF2B5EF4-FFF2-40B4-BE49-F238E27FC236}">
                <a16:creationId xmlns:a16="http://schemas.microsoft.com/office/drawing/2014/main" id="{5A01069B-EC2D-9004-BB0C-21341BFA3855}"/>
              </a:ext>
            </a:extLst>
          </p:cNvPr>
          <p:cNvSpPr>
            <a:spLocks noGrp="1"/>
          </p:cNvSpPr>
          <p:nvPr/>
        </p:nvSpPr>
        <p:spPr>
          <a:xfrm>
            <a:off x="17230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SRDD Givens node 1-4">
            <a:extLst>
              <a:ext uri="{FF2B5EF4-FFF2-40B4-BE49-F238E27FC236}">
                <a16:creationId xmlns:a16="http://schemas.microsoft.com/office/drawing/2014/main" id="{3C27E197-59A2-CF64-51EA-F192716EFEB4}"/>
              </a:ext>
            </a:extLst>
          </p:cNvPr>
          <p:cNvSpPr>
            <a:spLocks noGrp="1"/>
          </p:cNvSpPr>
          <p:nvPr/>
        </p:nvSpPr>
        <p:spPr>
          <a:xfrm>
            <a:off x="17230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RDD Givens node 2-2">
            <a:extLst>
              <a:ext uri="{FF2B5EF4-FFF2-40B4-BE49-F238E27FC236}">
                <a16:creationId xmlns:a16="http://schemas.microsoft.com/office/drawing/2014/main" id="{0E6C6764-2027-8064-B87E-86D5B5EA3CE6}"/>
              </a:ext>
            </a:extLst>
          </p:cNvPr>
          <p:cNvSpPr>
            <a:spLocks noGrp="1"/>
          </p:cNvSpPr>
          <p:nvPr/>
        </p:nvSpPr>
        <p:spPr>
          <a:xfrm>
            <a:off x="20469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SRDD Givens node 2-3">
            <a:extLst>
              <a:ext uri="{FF2B5EF4-FFF2-40B4-BE49-F238E27FC236}">
                <a16:creationId xmlns:a16="http://schemas.microsoft.com/office/drawing/2014/main" id="{6E1838A6-5B49-DBE2-F766-BC132311AD30}"/>
              </a:ext>
            </a:extLst>
          </p:cNvPr>
          <p:cNvSpPr>
            <a:spLocks noGrp="1"/>
          </p:cNvSpPr>
          <p:nvPr/>
        </p:nvSpPr>
        <p:spPr>
          <a:xfrm>
            <a:off x="20469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SRDD Givens node 3-1">
            <a:extLst>
              <a:ext uri="{FF2B5EF4-FFF2-40B4-BE49-F238E27FC236}">
                <a16:creationId xmlns:a16="http://schemas.microsoft.com/office/drawing/2014/main" id="{5C652ACB-AD53-343F-8452-84819847D8EC}"/>
              </a:ext>
            </a:extLst>
          </p:cNvPr>
          <p:cNvSpPr>
            <a:spLocks noGrp="1"/>
          </p:cNvSpPr>
          <p:nvPr/>
        </p:nvSpPr>
        <p:spPr>
          <a:xfrm>
            <a:off x="23707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SRDD Givens node 3-2">
            <a:extLst>
              <a:ext uri="{FF2B5EF4-FFF2-40B4-BE49-F238E27FC236}">
                <a16:creationId xmlns:a16="http://schemas.microsoft.com/office/drawing/2014/main" id="{B36E9D43-45B3-DD70-293E-7BC595578837}"/>
              </a:ext>
            </a:extLst>
          </p:cNvPr>
          <p:cNvSpPr>
            <a:spLocks noGrp="1"/>
          </p:cNvSpPr>
          <p:nvPr/>
        </p:nvSpPr>
        <p:spPr>
          <a:xfrm>
            <a:off x="23707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SRDD Givens node 3-3">
            <a:extLst>
              <a:ext uri="{FF2B5EF4-FFF2-40B4-BE49-F238E27FC236}">
                <a16:creationId xmlns:a16="http://schemas.microsoft.com/office/drawing/2014/main" id="{F589605B-850E-A047-5B7B-B7236F2672C8}"/>
              </a:ext>
            </a:extLst>
          </p:cNvPr>
          <p:cNvSpPr>
            <a:spLocks noGrp="1"/>
          </p:cNvSpPr>
          <p:nvPr/>
        </p:nvSpPr>
        <p:spPr>
          <a:xfrm>
            <a:off x="23707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SRDD Givens node 3-4">
            <a:extLst>
              <a:ext uri="{FF2B5EF4-FFF2-40B4-BE49-F238E27FC236}">
                <a16:creationId xmlns:a16="http://schemas.microsoft.com/office/drawing/2014/main" id="{97F6A110-B8A1-47DD-9B48-B0EEB5CEA01E}"/>
              </a:ext>
            </a:extLst>
          </p:cNvPr>
          <p:cNvSpPr>
            <a:spLocks noGrp="1"/>
          </p:cNvSpPr>
          <p:nvPr/>
        </p:nvSpPr>
        <p:spPr>
          <a:xfrm>
            <a:off x="23707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SRDD Givens node 4-2">
            <a:extLst>
              <a:ext uri="{FF2B5EF4-FFF2-40B4-BE49-F238E27FC236}">
                <a16:creationId xmlns:a16="http://schemas.microsoft.com/office/drawing/2014/main" id="{81B70860-74F4-4A1E-4B18-AF3AE3ABE59B}"/>
              </a:ext>
            </a:extLst>
          </p:cNvPr>
          <p:cNvSpPr>
            <a:spLocks noGrp="1"/>
          </p:cNvSpPr>
          <p:nvPr/>
        </p:nvSpPr>
        <p:spPr>
          <a:xfrm>
            <a:off x="26946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SRDD Givens node 4-3">
            <a:extLst>
              <a:ext uri="{FF2B5EF4-FFF2-40B4-BE49-F238E27FC236}">
                <a16:creationId xmlns:a16="http://schemas.microsoft.com/office/drawing/2014/main" id="{1F2EC2FC-8F4E-0668-D253-E123C861599A}"/>
              </a:ext>
            </a:extLst>
          </p:cNvPr>
          <p:cNvSpPr>
            <a:spLocks noGrp="1"/>
          </p:cNvSpPr>
          <p:nvPr/>
        </p:nvSpPr>
        <p:spPr>
          <a:xfrm>
            <a:off x="26946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SRDD orbital rotation symbol">
            <a:extLst>
              <a:ext uri="{FF2B5EF4-FFF2-40B4-BE49-F238E27FC236}">
                <a16:creationId xmlns:a16="http://schemas.microsoft.com/office/drawing/2014/main" id="{0E320948-8607-9B21-1FE7-476080F0B43E}"/>
              </a:ext>
            </a:extLst>
          </p:cNvPr>
          <p:cNvSpPr>
            <a:spLocks noGrp="1"/>
          </p:cNvSpPr>
          <p:nvPr/>
        </p:nvSpPr>
        <p:spPr>
          <a:xfrm>
            <a:off x="1209675" y="1659255"/>
            <a:ext cx="323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718FBE"/>
                </a:solidFill>
              </a:defRPr>
            </a:pPr>
            <a:r>
              <a:rPr sz="1013">
                <a:solidFill>
                  <a:srgbClr val="718FBE"/>
                </a:solidFill>
              </a:rPr>
              <a:t>𝑂ₜ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391D13FF-F688-0984-B517-572D6C50F42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>
                  <a:buNone/>
                  <a:defRPr sz="563">
                    <a:solidFill>
                      <a:srgbClr val="718FBE"/>
                    </a:solidFill>
                  </a:defRPr>
                </a:pPr>
                <a:r>
                  <a:rPr sz="563">
                    <a:solidFill>
                      <a:srgbClr val="718FBE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e>
                      <m:sub>
                        <m:r>
                          <a:rPr lang="en-US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sz="563">
                    <a:solidFill>
                      <a:srgbClr val="718FBE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D88EE061-5F53-4D9F-B58B-7C4E64469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blipFill>
                <a:blip r:embed="rId25"/>
                <a:stretch>
                  <a:fillRect b="-3181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FEFB86E-D669-C313-E853-DC295ADA38A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02" y="1153904"/>
            <a:ext cx="2014606" cy="247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7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360" y="1401133"/>
            <a:ext cx="899468" cy="899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714B333-DE14-4838-636A-0838198026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797586" y="1259343"/>
                <a:ext cx="1367634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+1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714B333-DE14-4838-636A-083819802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586" y="1259343"/>
                <a:ext cx="1367634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E815CF4-86EA-802A-DB91-085EE047E660}"/>
              </a:ext>
            </a:extLst>
          </p:cNvPr>
          <p:cNvSpPr>
            <a:spLocks noGrp="1"/>
          </p:cNvSpPr>
          <p:nvPr/>
        </p:nvSpPr>
        <p:spPr>
          <a:xfrm>
            <a:off x="8944359" y="1757130"/>
            <a:ext cx="774962" cy="10396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745E59A-0F8E-4917-BE5D-F37C6ECC6D42}"/>
              </a:ext>
            </a:extLst>
          </p:cNvPr>
          <p:cNvSpPr>
            <a:spLocks noGrp="1"/>
          </p:cNvSpPr>
          <p:nvPr/>
        </p:nvSpPr>
        <p:spPr>
          <a:xfrm flipV="1">
            <a:off x="6193399" y="1820407"/>
            <a:ext cx="2340814" cy="24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02B793B-B304-4F47-AE74-B1C08081F171}"/>
              </a:ext>
            </a:extLst>
          </p:cNvPr>
          <p:cNvSpPr>
            <a:spLocks noGrp="1"/>
          </p:cNvSpPr>
          <p:nvPr/>
        </p:nvSpPr>
        <p:spPr>
          <a:xfrm>
            <a:off x="6193399" y="1989317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7D687B7-2D6B-42B9-866B-7DE2A45F75D6}"/>
              </a:ext>
            </a:extLst>
          </p:cNvPr>
          <p:cNvSpPr>
            <a:spLocks noGrp="1"/>
          </p:cNvSpPr>
          <p:nvPr/>
        </p:nvSpPr>
        <p:spPr>
          <a:xfrm>
            <a:off x="6193399" y="2162281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E903B7-4A6A-FF15-A152-E6A494B2102A}"/>
              </a:ext>
            </a:extLst>
          </p:cNvPr>
          <p:cNvSpPr>
            <a:spLocks noGrp="1"/>
          </p:cNvSpPr>
          <p:nvPr/>
        </p:nvSpPr>
        <p:spPr>
          <a:xfrm>
            <a:off x="6478630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791C5BF-97F7-47AC-85F1-3418DE4D73D0}"/>
              </a:ext>
            </a:extLst>
          </p:cNvPr>
          <p:cNvSpPr>
            <a:spLocks noGrp="1"/>
          </p:cNvSpPr>
          <p:nvPr/>
        </p:nvSpPr>
        <p:spPr>
          <a:xfrm>
            <a:off x="6193399" y="2345848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E55A5B-1B30-5BA6-0892-007130C48EC4}"/>
              </a:ext>
            </a:extLst>
          </p:cNvPr>
          <p:cNvSpPr>
            <a:spLocks noGrp="1"/>
          </p:cNvSpPr>
          <p:nvPr/>
        </p:nvSpPr>
        <p:spPr>
          <a:xfrm>
            <a:off x="6478630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17EAEF4-2E26-47BC-92D6-EACC19D0D3BA}"/>
              </a:ext>
            </a:extLst>
          </p:cNvPr>
          <p:cNvSpPr>
            <a:spLocks noGrp="1"/>
          </p:cNvSpPr>
          <p:nvPr/>
        </p:nvSpPr>
        <p:spPr>
          <a:xfrm>
            <a:off x="6193399" y="2519787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3E17D93-C695-49CC-906E-4F8A4301A963}"/>
              </a:ext>
            </a:extLst>
          </p:cNvPr>
          <p:cNvSpPr>
            <a:spLocks noGrp="1"/>
          </p:cNvSpPr>
          <p:nvPr/>
        </p:nvSpPr>
        <p:spPr>
          <a:xfrm>
            <a:off x="6193399" y="2694809"/>
            <a:ext cx="23408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4AC2CB-198F-D153-1E80-0C71327733C9}"/>
              </a:ext>
            </a:extLst>
          </p:cNvPr>
          <p:cNvSpPr>
            <a:spLocks noGrp="1"/>
          </p:cNvSpPr>
          <p:nvPr/>
        </p:nvSpPr>
        <p:spPr>
          <a:xfrm>
            <a:off x="6478630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BB0D3C-214E-56E8-CF9C-4DC835640F27}"/>
              </a:ext>
            </a:extLst>
          </p:cNvPr>
          <p:cNvSpPr>
            <a:spLocks noGrp="1"/>
          </p:cNvSpPr>
          <p:nvPr/>
        </p:nvSpPr>
        <p:spPr>
          <a:xfrm>
            <a:off x="6808786" y="1931640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B69C0A-880A-BE46-CEF2-BA469399DC30}"/>
              </a:ext>
            </a:extLst>
          </p:cNvPr>
          <p:cNvSpPr>
            <a:spLocks noGrp="1"/>
          </p:cNvSpPr>
          <p:nvPr/>
        </p:nvSpPr>
        <p:spPr>
          <a:xfrm>
            <a:off x="6811312" y="227758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C3B926-98C5-B868-0DF7-018FBE4830B4}"/>
              </a:ext>
            </a:extLst>
          </p:cNvPr>
          <p:cNvSpPr>
            <a:spLocks noGrp="1"/>
          </p:cNvSpPr>
          <p:nvPr/>
        </p:nvSpPr>
        <p:spPr>
          <a:xfrm>
            <a:off x="7139457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1BD518F-7EF7-B4AF-9FD1-93AF1A8F339E}"/>
              </a:ext>
            </a:extLst>
          </p:cNvPr>
          <p:cNvSpPr>
            <a:spLocks noGrp="1"/>
          </p:cNvSpPr>
          <p:nvPr/>
        </p:nvSpPr>
        <p:spPr>
          <a:xfrm>
            <a:off x="7139456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F1A969-806F-7FCF-A24D-23C07856B0EA}"/>
              </a:ext>
            </a:extLst>
          </p:cNvPr>
          <p:cNvSpPr>
            <a:spLocks noGrp="1"/>
          </p:cNvSpPr>
          <p:nvPr/>
        </p:nvSpPr>
        <p:spPr>
          <a:xfrm>
            <a:off x="7139456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5EA834-BD3D-3A19-7CBE-69D06BA0801E}"/>
              </a:ext>
            </a:extLst>
          </p:cNvPr>
          <p:cNvSpPr>
            <a:spLocks noGrp="1"/>
          </p:cNvSpPr>
          <p:nvPr/>
        </p:nvSpPr>
        <p:spPr>
          <a:xfrm>
            <a:off x="7794311" y="1784079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1ED2D7E-11D4-51FB-208C-0982F5870E6A}"/>
              </a:ext>
            </a:extLst>
          </p:cNvPr>
          <p:cNvSpPr>
            <a:spLocks noGrp="1"/>
          </p:cNvSpPr>
          <p:nvPr/>
        </p:nvSpPr>
        <p:spPr>
          <a:xfrm>
            <a:off x="7794310" y="2128393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384CB1-59C4-E925-CC79-919980737721}"/>
              </a:ext>
            </a:extLst>
          </p:cNvPr>
          <p:cNvSpPr>
            <a:spLocks noGrp="1"/>
          </p:cNvSpPr>
          <p:nvPr/>
        </p:nvSpPr>
        <p:spPr>
          <a:xfrm>
            <a:off x="7794310" y="2474876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1C06686-8459-B21E-443A-2C8A95E48921}"/>
              </a:ext>
            </a:extLst>
          </p:cNvPr>
          <p:cNvSpPr>
            <a:spLocks noGrp="1"/>
          </p:cNvSpPr>
          <p:nvPr/>
        </p:nvSpPr>
        <p:spPr>
          <a:xfrm>
            <a:off x="8114502" y="1940274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DE5BE8-3805-F91B-9FE6-5E6E803927FB}"/>
              </a:ext>
            </a:extLst>
          </p:cNvPr>
          <p:cNvSpPr>
            <a:spLocks noGrp="1"/>
          </p:cNvSpPr>
          <p:nvPr/>
        </p:nvSpPr>
        <p:spPr>
          <a:xfrm>
            <a:off x="8121165" y="2292894"/>
            <a:ext cx="250321" cy="298189"/>
          </a:xfrm>
          <a:prstGeom prst="roundRect">
            <a:avLst/>
          </a:prstGeom>
          <a:solidFill>
            <a:srgbClr val="78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C878C01-A40D-7040-0E91-0B5DBAF4EB0B}"/>
              </a:ext>
            </a:extLst>
          </p:cNvPr>
          <p:cNvSpPr>
            <a:spLocks noGrp="1"/>
          </p:cNvSpPr>
          <p:nvPr/>
        </p:nvSpPr>
        <p:spPr>
          <a:xfrm>
            <a:off x="5966928" y="1773489"/>
            <a:ext cx="250321" cy="9889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552F10B-8A6B-FA78-4E70-5DD27BD6E553}"/>
              </a:ext>
            </a:extLst>
          </p:cNvPr>
          <p:cNvSpPr>
            <a:spLocks noGrp="1"/>
          </p:cNvSpPr>
          <p:nvPr/>
        </p:nvSpPr>
        <p:spPr>
          <a:xfrm>
            <a:off x="8513985" y="1739518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89D4BED8-564F-12BF-0813-813A1907AA60}"/>
              </a:ext>
            </a:extLst>
          </p:cNvPr>
          <p:cNvSpPr>
            <a:spLocks noGrp="1"/>
          </p:cNvSpPr>
          <p:nvPr/>
        </p:nvSpPr>
        <p:spPr>
          <a:xfrm>
            <a:off x="8552035" y="1806883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49" name="Straight Arrow Connector 69"/>
          <p:cNvCxnSpPr/>
          <p:nvPr/>
        </p:nvCxnSpPr>
        <p:spPr>
          <a:xfrm flipV="1">
            <a:off x="8648835" y="1733397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327BEE9-FDD9-3605-9B38-C35A1FF14EDE}"/>
              </a:ext>
            </a:extLst>
          </p:cNvPr>
          <p:cNvSpPr>
            <a:spLocks noGrp="1"/>
          </p:cNvSpPr>
          <p:nvPr/>
        </p:nvSpPr>
        <p:spPr>
          <a:xfrm>
            <a:off x="8513985" y="1914293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24E225B1-076D-BD19-A826-033C3E8050FB}"/>
              </a:ext>
            </a:extLst>
          </p:cNvPr>
          <p:cNvSpPr>
            <a:spLocks noGrp="1"/>
          </p:cNvSpPr>
          <p:nvPr/>
        </p:nvSpPr>
        <p:spPr>
          <a:xfrm>
            <a:off x="8552035" y="1981658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2" name="Straight Arrow Connector 75"/>
          <p:cNvCxnSpPr/>
          <p:nvPr/>
        </p:nvCxnSpPr>
        <p:spPr>
          <a:xfrm flipV="1">
            <a:off x="8648835" y="1908172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079CDDF-9ACA-527F-813E-66AE85D74A21}"/>
              </a:ext>
            </a:extLst>
          </p:cNvPr>
          <p:cNvSpPr>
            <a:spLocks noGrp="1"/>
          </p:cNvSpPr>
          <p:nvPr/>
        </p:nvSpPr>
        <p:spPr>
          <a:xfrm>
            <a:off x="8514607" y="2091247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C9B0373A-7E66-1A57-BCC1-C143616CFE64}"/>
              </a:ext>
            </a:extLst>
          </p:cNvPr>
          <p:cNvSpPr>
            <a:spLocks noGrp="1"/>
          </p:cNvSpPr>
          <p:nvPr/>
        </p:nvSpPr>
        <p:spPr>
          <a:xfrm>
            <a:off x="8552657" y="2158612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5" name="Straight Arrow Connector 79"/>
          <p:cNvCxnSpPr/>
          <p:nvPr/>
        </p:nvCxnSpPr>
        <p:spPr>
          <a:xfrm flipV="1">
            <a:off x="8649457" y="2085126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83F4075-8225-274B-9593-8129983FBE88}"/>
              </a:ext>
            </a:extLst>
          </p:cNvPr>
          <p:cNvSpPr>
            <a:spLocks noGrp="1"/>
          </p:cNvSpPr>
          <p:nvPr/>
        </p:nvSpPr>
        <p:spPr>
          <a:xfrm>
            <a:off x="8512955" y="2271925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9CE7533D-BD6D-89AA-F7E1-E8E32866FC12}"/>
              </a:ext>
            </a:extLst>
          </p:cNvPr>
          <p:cNvSpPr>
            <a:spLocks noGrp="1"/>
          </p:cNvSpPr>
          <p:nvPr/>
        </p:nvSpPr>
        <p:spPr>
          <a:xfrm>
            <a:off x="8551005" y="2339290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58" name="Straight Arrow Connector 83"/>
          <p:cNvCxnSpPr/>
          <p:nvPr/>
        </p:nvCxnSpPr>
        <p:spPr>
          <a:xfrm flipV="1">
            <a:off x="8647805" y="2265804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B98CA9CD-2060-D145-B131-00DAF7EB7687}"/>
              </a:ext>
            </a:extLst>
          </p:cNvPr>
          <p:cNvSpPr>
            <a:spLocks noGrp="1"/>
          </p:cNvSpPr>
          <p:nvPr/>
        </p:nvSpPr>
        <p:spPr>
          <a:xfrm>
            <a:off x="8512955" y="2445075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6D44C5EB-4473-4E42-5F3B-049EFC2EDFF9}"/>
              </a:ext>
            </a:extLst>
          </p:cNvPr>
          <p:cNvSpPr>
            <a:spLocks noGrp="1"/>
          </p:cNvSpPr>
          <p:nvPr/>
        </p:nvSpPr>
        <p:spPr>
          <a:xfrm>
            <a:off x="8551005" y="2512440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61" name="Straight Arrow Connector 87"/>
          <p:cNvCxnSpPr/>
          <p:nvPr/>
        </p:nvCxnSpPr>
        <p:spPr>
          <a:xfrm flipV="1">
            <a:off x="8647805" y="2438954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1DFDC502-B009-71B8-8699-FEC6656DD9F8}"/>
              </a:ext>
            </a:extLst>
          </p:cNvPr>
          <p:cNvSpPr>
            <a:spLocks noGrp="1"/>
          </p:cNvSpPr>
          <p:nvPr/>
        </p:nvSpPr>
        <p:spPr>
          <a:xfrm>
            <a:off x="8512955" y="2619113"/>
            <a:ext cx="338800" cy="1546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1" name="Arc 90">
            <a:extLst>
              <a:ext uri="{FF2B5EF4-FFF2-40B4-BE49-F238E27FC236}">
                <a16:creationId xmlns:a16="http://schemas.microsoft.com/office/drawing/2014/main" id="{6705CAC5-C20A-5BD7-ECDC-8775CD8E7708}"/>
              </a:ext>
            </a:extLst>
          </p:cNvPr>
          <p:cNvSpPr>
            <a:spLocks noGrp="1"/>
          </p:cNvSpPr>
          <p:nvPr/>
        </p:nvSpPr>
        <p:spPr>
          <a:xfrm>
            <a:off x="8551005" y="2686478"/>
            <a:ext cx="232723" cy="186802"/>
          </a:xfrm>
          <a:prstGeom prst="arc">
            <a:avLst>
              <a:gd name="adj1" fmla="val 11403348"/>
              <a:gd name="adj2" fmla="val 2103171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cxnSp>
        <p:nvCxnSpPr>
          <p:cNvPr id="364" name="Straight Arrow Connector 91"/>
          <p:cNvCxnSpPr/>
          <p:nvPr/>
        </p:nvCxnSpPr>
        <p:spPr>
          <a:xfrm flipV="1">
            <a:off x="8647805" y="2612992"/>
            <a:ext cx="116361" cy="15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797810-0E28-3658-F060-232426F0B3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80825" y="1564770"/>
                <a:ext cx="250321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𝑍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6797810-0E28-3658-F060-232426F0B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825" y="1564770"/>
                <a:ext cx="250321" cy="253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A36AA6B6-6945-9028-72FF-BC8A90EBB58B}"/>
              </a:ext>
            </a:extLst>
          </p:cNvPr>
          <p:cNvSpPr>
            <a:spLocks noGrp="1"/>
          </p:cNvSpPr>
          <p:nvPr/>
        </p:nvSpPr>
        <p:spPr>
          <a:xfrm>
            <a:off x="4823859" y="2067206"/>
            <a:ext cx="118497" cy="3547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40421D1-A422-0CE6-2987-1B4FAB46B25B}"/>
              </a:ext>
            </a:extLst>
          </p:cNvPr>
          <p:cNvSpPr>
            <a:spLocks noGrp="1"/>
          </p:cNvSpPr>
          <p:nvPr/>
        </p:nvSpPr>
        <p:spPr>
          <a:xfrm>
            <a:off x="4982945" y="2186316"/>
            <a:ext cx="118497" cy="2356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6A61E1-CD6F-8365-F944-86C9EB774880}"/>
              </a:ext>
            </a:extLst>
          </p:cNvPr>
          <p:cNvSpPr>
            <a:spLocks noGrp="1"/>
          </p:cNvSpPr>
          <p:nvPr/>
        </p:nvSpPr>
        <p:spPr>
          <a:xfrm>
            <a:off x="5140855" y="2022520"/>
            <a:ext cx="117747" cy="3994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CA8E757-6E8F-1504-61D1-FDA5406163B4}"/>
              </a:ext>
            </a:extLst>
          </p:cNvPr>
          <p:cNvSpPr>
            <a:spLocks noGrp="1"/>
          </p:cNvSpPr>
          <p:nvPr/>
        </p:nvSpPr>
        <p:spPr>
          <a:xfrm>
            <a:off x="5298014" y="2290221"/>
            <a:ext cx="117747" cy="1317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69F9D64-AB96-19E6-C756-619E6A582E53}"/>
              </a:ext>
            </a:extLst>
          </p:cNvPr>
          <p:cNvSpPr>
            <a:spLocks noGrp="1"/>
          </p:cNvSpPr>
          <p:nvPr/>
        </p:nvSpPr>
        <p:spPr>
          <a:xfrm>
            <a:off x="5455663" y="2112883"/>
            <a:ext cx="117747" cy="3091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46842BF-B153-F02A-CF1B-46AA7EDE70A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72235" y="2450570"/>
                <a:ext cx="673420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𝑘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46842BF-B153-F02A-CF1B-46AA7EDE7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235" y="2450570"/>
                <a:ext cx="673420" cy="253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22FC168-8EE7-600B-2D72-574ECA0770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119666" y="1941021"/>
                <a:ext cx="434307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oMath>
                  </m:oMathPara>
                </a14:m>
                <a:endParaRPr sz="105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22FC168-8EE7-600B-2D72-574ECA077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666" y="1941021"/>
                <a:ext cx="434307" cy="2539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41A1538-B15A-9781-88EB-B269C047BF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48649" y="2368533"/>
                <a:ext cx="974285" cy="433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050" b="0" i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050" b="0" i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𝛬</m:t>
                              </m:r>
                            </m:e>
                            <m:sub>
                              <m:r>
                                <a:rPr lang="en-US" sz="1050" b="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05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050" b="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050" b="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050" b="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05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41A1538-B15A-9781-88EB-B269C047B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649" y="2368533"/>
                <a:ext cx="974285" cy="4331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Striped Right Arrow 146">
            <a:extLst>
              <a:ext uri="{FF2B5EF4-FFF2-40B4-BE49-F238E27FC236}">
                <a16:creationId xmlns:a16="http://schemas.microsoft.com/office/drawing/2014/main" id="{E5E1B5FC-E0B6-3977-B9CC-27D366E8F752}"/>
              </a:ext>
            </a:extLst>
          </p:cNvPr>
          <p:cNvSpPr>
            <a:spLocks noGrp="1"/>
          </p:cNvSpPr>
          <p:nvPr/>
        </p:nvSpPr>
        <p:spPr>
          <a:xfrm>
            <a:off x="5645031" y="2249456"/>
            <a:ext cx="241214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50" name="Striped Right Arrow 149">
            <a:extLst>
              <a:ext uri="{FF2B5EF4-FFF2-40B4-BE49-F238E27FC236}">
                <a16:creationId xmlns:a16="http://schemas.microsoft.com/office/drawing/2014/main" id="{C0E24677-84E9-B8F9-F365-308E2ADFFFA5}"/>
              </a:ext>
            </a:extLst>
          </p:cNvPr>
          <p:cNvSpPr>
            <a:spLocks noGrp="1"/>
          </p:cNvSpPr>
          <p:nvPr/>
        </p:nvSpPr>
        <p:spPr>
          <a:xfrm rot="5400000">
            <a:off x="9157320" y="2210125"/>
            <a:ext cx="355640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831F45-2833-A631-37FD-7BBF3382B070}"/>
              </a:ext>
            </a:extLst>
          </p:cNvPr>
          <p:cNvSpPr>
            <a:spLocks noGrp="1"/>
          </p:cNvSpPr>
          <p:nvPr/>
        </p:nvSpPr>
        <p:spPr>
          <a:xfrm>
            <a:off x="9161603" y="2158749"/>
            <a:ext cx="345564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>
                <a:solidFill>
                  <a:schemeClr val="accent2">
                    <a:lumMod val="75000"/>
                  </a:schemeClr>
                </a:solidFill>
              </a:rPr>
              <a:t>Est</a:t>
            </a:r>
          </a:p>
        </p:txBody>
      </p:sp>
      <p:sp>
        <p:nvSpPr>
          <p:cNvPr id="152" name="Striped Right Arrow 151">
            <a:extLst>
              <a:ext uri="{FF2B5EF4-FFF2-40B4-BE49-F238E27FC236}">
                <a16:creationId xmlns:a16="http://schemas.microsoft.com/office/drawing/2014/main" id="{114CFB64-E5EC-6D7D-88C9-1B0663970F2F}"/>
              </a:ext>
            </a:extLst>
          </p:cNvPr>
          <p:cNvSpPr>
            <a:spLocks noGrp="1"/>
          </p:cNvSpPr>
          <p:nvPr/>
        </p:nvSpPr>
        <p:spPr>
          <a:xfrm>
            <a:off x="4516158" y="2244204"/>
            <a:ext cx="241214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57" name="U-Turn Arrow 156">
            <a:extLst>
              <a:ext uri="{FF2B5EF4-FFF2-40B4-BE49-F238E27FC236}">
                <a16:creationId xmlns:a16="http://schemas.microsoft.com/office/drawing/2014/main" id="{8F572B50-2510-C00A-3420-B9F0EDA34459}"/>
              </a:ext>
            </a:extLst>
          </p:cNvPr>
          <p:cNvSpPr>
            <a:spLocks noGrp="1"/>
          </p:cNvSpPr>
          <p:nvPr/>
        </p:nvSpPr>
        <p:spPr>
          <a:xfrm flipH="1">
            <a:off x="4905698" y="1473813"/>
            <a:ext cx="5225812" cy="698786"/>
          </a:xfrm>
          <a:prstGeom prst="uturnArrow">
            <a:avLst>
              <a:gd name="adj1" fmla="val 7090"/>
              <a:gd name="adj2" fmla="val 25000"/>
              <a:gd name="adj3" fmla="val 9693"/>
              <a:gd name="adj4" fmla="val 46910"/>
              <a:gd name="adj5" fmla="val 7554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159" name="Striped Right Arrow 158">
            <a:extLst>
              <a:ext uri="{FF2B5EF4-FFF2-40B4-BE49-F238E27FC236}">
                <a16:creationId xmlns:a16="http://schemas.microsoft.com/office/drawing/2014/main" id="{D110C16D-C551-C3FC-F60A-36602DF2B25C}"/>
              </a:ext>
            </a:extLst>
          </p:cNvPr>
          <p:cNvSpPr>
            <a:spLocks noGrp="1"/>
          </p:cNvSpPr>
          <p:nvPr/>
        </p:nvSpPr>
        <p:spPr>
          <a:xfrm>
            <a:off x="10365224" y="2214031"/>
            <a:ext cx="338915" cy="107900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160" name="Decision 159">
            <a:extLst>
              <a:ext uri="{FF2B5EF4-FFF2-40B4-BE49-F238E27FC236}">
                <a16:creationId xmlns:a16="http://schemas.microsoft.com/office/drawing/2014/main" id="{DC1905BA-B817-6D06-1581-439C3F68C37C}"/>
              </a:ext>
            </a:extLst>
          </p:cNvPr>
          <p:cNvSpPr>
            <a:spLocks noGrp="1"/>
          </p:cNvSpPr>
          <p:nvPr/>
        </p:nvSpPr>
        <p:spPr>
          <a:xfrm>
            <a:off x="9813123" y="2155381"/>
            <a:ext cx="579365" cy="233088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B0651E5-A9CA-2320-3E3A-8E707D2E47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27600" y="2129052"/>
                <a:ext cx="558414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𝑇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B0651E5-A9CA-2320-3E3A-8E707D2E4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600" y="2129052"/>
                <a:ext cx="558414" cy="2539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0DD6271A-8051-421A-99B1-8E1E3CD2EA08}"/>
              </a:ext>
            </a:extLst>
          </p:cNvPr>
          <p:cNvSpPr>
            <a:spLocks noGrp="1"/>
          </p:cNvSpPr>
          <p:nvPr/>
        </p:nvSpPr>
        <p:spPr>
          <a:xfrm>
            <a:off x="9901195" y="1757129"/>
            <a:ext cx="424730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>
                <a:solidFill>
                  <a:schemeClr val="accent2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9E7202C-E5E9-D5BA-7FA6-0802AFBFB99B}"/>
              </a:ext>
            </a:extLst>
          </p:cNvPr>
          <p:cNvSpPr>
            <a:spLocks noGrp="1"/>
          </p:cNvSpPr>
          <p:nvPr/>
        </p:nvSpPr>
        <p:spPr>
          <a:xfrm>
            <a:off x="10312872" y="2054455"/>
            <a:ext cx="411779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>
                <a:solidFill>
                  <a:schemeClr val="accent2">
                    <a:lumMod val="75000"/>
                  </a:schemeClr>
                </a:solidFill>
              </a:rPr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8FB304F-E4A3-1E90-602A-E8EDA4CB88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53339" y="2087988"/>
                <a:ext cx="548045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  <m:r>
                        <a:rPr lang="en-US" sz="1050" b="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8FB304F-E4A3-1E90-602A-E8EDA4CB8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339" y="2087988"/>
                <a:ext cx="548045" cy="2539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FF3BC41-FA5E-B461-1E02-6A4EEC7E96DB}"/>
              </a:ext>
            </a:extLst>
          </p:cNvPr>
          <p:cNvSpPr>
            <a:spLocks noGrp="1"/>
          </p:cNvSpPr>
          <p:nvPr/>
        </p:nvSpPr>
        <p:spPr>
          <a:xfrm>
            <a:off x="10071786" y="2374090"/>
            <a:ext cx="774568" cy="3686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9C372FF2-CD3D-5B00-7F39-C65156711FDD}"/>
                  </a:ext>
                </a:extLst>
              </p:cNvPr>
              <p:cNvSpPr>
                <a:spLocks noGrp="1"/>
              </p:cNvSpPr>
              <p:nvPr/>
            </p:nvSpPr>
            <p:spPr>
              <a:xfrm rot="5400000">
                <a:off x="9433862" y="2202813"/>
                <a:ext cx="2912986" cy="173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𝑣</m:t>
                      </m:r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US" sz="1050" b="0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𝑀</m:t>
                      </m:r>
                      <m:r>
                        <a:rPr lang="en-US" sz="1050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𝑒</m:t>
                      </m:r>
                      <m:r>
                        <a:rPr lang="en-US" sz="1050" b="0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𝑑𝑖𝑎𝑛𝑂𝑓𝑀𝑒𝑎𝑛𝑠</m:t>
                      </m:r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𝑇</m:t>
                          </m:r>
                        </m:sub>
                      </m:sSub>
                      <m:r>
                        <a:rPr lang="en-US" sz="1050" b="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9C372FF2-CD3D-5B00-7F39-C65156711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433862" y="2202813"/>
                <a:ext cx="2912986" cy="173391"/>
              </a:xfrm>
              <a:prstGeom prst="rect">
                <a:avLst/>
              </a:prstGeom>
              <a:blipFill>
                <a:blip r:embed="rId12"/>
                <a:stretch>
                  <a:fillRect l="-5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E682C1-4D72-57FD-B9AD-E0EFD6DA3B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57171" y="2189714"/>
                <a:ext cx="507830" cy="121070"/>
              </a:xfrm>
              <a:prstGeom prst="rect">
                <a:avLst/>
              </a:prstGeom>
              <a:noFill/>
            </p:spPr>
            <p:txBody>
              <a:bodyPr vert="eaVert"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  <a:p>
                <a:endParaRPr sz="105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E682C1-4D72-57FD-B9AD-E0EFD6DA3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71" y="2189714"/>
                <a:ext cx="507830" cy="121070"/>
              </a:xfrm>
              <a:prstGeom prst="rect">
                <a:avLst/>
              </a:prstGeom>
              <a:blipFill>
                <a:blip r:embed="rId1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CA85941-5F72-83EF-D2B6-4E21D1723ECE}"/>
                  </a:ext>
                </a:extLst>
              </p:cNvPr>
              <p:cNvSpPr>
                <a:spLocks noGrp="1"/>
              </p:cNvSpPr>
              <p:nvPr/>
            </p:nvSpPr>
            <p:spPr>
              <a:xfrm rot="5400000">
                <a:off x="7446789" y="1813016"/>
                <a:ext cx="302427" cy="1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CA85941-5F72-83EF-D2B6-4E21D1723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46789" y="1813016"/>
                <a:ext cx="302427" cy="178107"/>
              </a:xfrm>
              <a:prstGeom prst="rect">
                <a:avLst/>
              </a:prstGeom>
              <a:blipFill>
                <a:blip r:embed="rId14"/>
                <a:stretch>
                  <a:fillRect l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DE0F5D-1369-98D0-30E2-D8ECF1F6968E}"/>
                  </a:ext>
                </a:extLst>
              </p:cNvPr>
              <p:cNvSpPr>
                <a:spLocks noGrp="1"/>
              </p:cNvSpPr>
              <p:nvPr/>
            </p:nvSpPr>
            <p:spPr>
              <a:xfrm rot="5400000">
                <a:off x="7449671" y="2533155"/>
                <a:ext cx="301447" cy="178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N" sz="1050" i="1"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DE0F5D-1369-98D0-30E2-D8ECF1F69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449671" y="2533155"/>
                <a:ext cx="301447" cy="178107"/>
              </a:xfrm>
              <a:prstGeom prst="rect">
                <a:avLst/>
              </a:prstGeom>
              <a:blipFill>
                <a:blip r:embed="rId15"/>
                <a:stretch>
                  <a:fillRect l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B5C6E5-7264-EB45-267A-147A2304E3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83270" y="2150832"/>
                <a:ext cx="266586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𝜌</m:t>
                      </m:r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B5C6E5-7264-EB45-267A-147A2304E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270" y="2150832"/>
                <a:ext cx="266586" cy="25391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6B3B748-27E0-47CD-3BBE-66649F74012E}"/>
              </a:ext>
            </a:extLst>
          </p:cNvPr>
          <p:cNvSpPr>
            <a:spLocks noGrp="1"/>
          </p:cNvSpPr>
          <p:nvPr/>
        </p:nvSpPr>
        <p:spPr>
          <a:xfrm>
            <a:off x="6277509" y="1790521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E6D88DD-FD6B-B4A2-F20C-80D3BA1D3BA2}"/>
              </a:ext>
            </a:extLst>
          </p:cNvPr>
          <p:cNvSpPr>
            <a:spLocks noGrp="1"/>
          </p:cNvSpPr>
          <p:nvPr/>
        </p:nvSpPr>
        <p:spPr>
          <a:xfrm>
            <a:off x="6278538" y="1951847"/>
            <a:ext cx="114252" cy="78500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283E938-8BC9-F1E5-94AB-988F42F70E23}"/>
              </a:ext>
            </a:extLst>
          </p:cNvPr>
          <p:cNvSpPr>
            <a:spLocks noGrp="1"/>
          </p:cNvSpPr>
          <p:nvPr/>
        </p:nvSpPr>
        <p:spPr>
          <a:xfrm>
            <a:off x="6278174" y="2121550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641E641-87E9-B0C2-981A-F5AB89A69F40}"/>
              </a:ext>
            </a:extLst>
          </p:cNvPr>
          <p:cNvSpPr>
            <a:spLocks noGrp="1"/>
          </p:cNvSpPr>
          <p:nvPr/>
        </p:nvSpPr>
        <p:spPr>
          <a:xfrm>
            <a:off x="6279700" y="2308370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A203CFB-6C30-42ED-D506-A41B5F2597D5}"/>
              </a:ext>
            </a:extLst>
          </p:cNvPr>
          <p:cNvSpPr>
            <a:spLocks noGrp="1"/>
          </p:cNvSpPr>
          <p:nvPr/>
        </p:nvSpPr>
        <p:spPr>
          <a:xfrm>
            <a:off x="6279592" y="2480537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04C2BD3-624F-73FD-80F3-9145BD94F332}"/>
              </a:ext>
            </a:extLst>
          </p:cNvPr>
          <p:cNvSpPr>
            <a:spLocks noGrp="1"/>
          </p:cNvSpPr>
          <p:nvPr/>
        </p:nvSpPr>
        <p:spPr>
          <a:xfrm>
            <a:off x="6275962" y="2654476"/>
            <a:ext cx="114252" cy="78501"/>
          </a:xfrm>
          <a:prstGeom prst="roundRect">
            <a:avLst/>
          </a:prstGeom>
          <a:solidFill>
            <a:srgbClr val="E89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920AF2-8901-02C0-E8A2-580860BDE34C}"/>
              </a:ext>
            </a:extLst>
          </p:cNvPr>
          <p:cNvSpPr>
            <a:spLocks noGrp="1"/>
          </p:cNvSpPr>
          <p:nvPr/>
        </p:nvSpPr>
        <p:spPr>
          <a:xfrm>
            <a:off x="6225085" y="2781762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792AB1-C812-37C8-5110-55726AEC6B26}"/>
              </a:ext>
            </a:extLst>
          </p:cNvPr>
          <p:cNvSpPr>
            <a:spLocks noGrp="1"/>
          </p:cNvSpPr>
          <p:nvPr/>
        </p:nvSpPr>
        <p:spPr>
          <a:xfrm>
            <a:off x="6490076" y="2779266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5AEFC3-7900-0452-D9E8-20BA97FB8760}"/>
              </a:ext>
            </a:extLst>
          </p:cNvPr>
          <p:cNvSpPr>
            <a:spLocks noGrp="1"/>
          </p:cNvSpPr>
          <p:nvPr/>
        </p:nvSpPr>
        <p:spPr>
          <a:xfrm>
            <a:off x="7481404" y="2750688"/>
            <a:ext cx="277639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D3B5646-A182-D4B3-6450-884C4A5E3C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51728" y="2167135"/>
                <a:ext cx="266586" cy="266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D3B5646-A182-D4B3-6450-884C4A5E3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28" y="2167135"/>
                <a:ext cx="266586" cy="2669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F98837-C55C-7A2E-7814-4998328E3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29731" y="2022345"/>
                <a:ext cx="266586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1050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05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F98837-C55C-7A2E-7814-4998328E3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731" y="2022345"/>
                <a:ext cx="266586" cy="25391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5C2E0-86E2-4D97-7165-2685975500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31838" y="2795047"/>
                <a:ext cx="290015" cy="2539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050" b="0" i="1">
                          <a:latin typeface="Cambria Math"/>
                          <a:ea typeface="Cambria Math"/>
                          <a:cs typeface="Cambria Math"/>
                        </a:rPr>
                        <m:t>𝐿</m:t>
                      </m:r>
                    </m:oMath>
                  </m:oMathPara>
                </a14:m>
                <a:endParaRPr sz="105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5C2E0-86E2-4D97-7165-268597550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38" y="2795047"/>
                <a:ext cx="290015" cy="2539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C4634A5-7492-307A-49D9-165E43DF24A1}"/>
              </a:ext>
            </a:extLst>
          </p:cNvPr>
          <p:cNvSpPr>
            <a:spLocks noGrp="1"/>
          </p:cNvSpPr>
          <p:nvPr/>
        </p:nvSpPr>
        <p:spPr>
          <a:xfrm>
            <a:off x="6261673" y="1745102"/>
            <a:ext cx="2119643" cy="1245159"/>
          </a:xfrm>
          <a:prstGeom prst="roundRect">
            <a:avLst>
              <a:gd name="adj" fmla="val 3710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A5855-5DB3-A15F-D522-CA3E8C131ACC}"/>
              </a:ext>
            </a:extLst>
          </p:cNvPr>
          <p:cNvSpPr>
            <a:spLocks noGrp="1"/>
          </p:cNvSpPr>
          <p:nvPr/>
        </p:nvSpPr>
        <p:spPr>
          <a:xfrm>
            <a:off x="6823297" y="2783846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4DC7DE-BFF1-DC8A-D543-AE040A6D3633}"/>
              </a:ext>
            </a:extLst>
          </p:cNvPr>
          <p:cNvSpPr>
            <a:spLocks noGrp="1"/>
          </p:cNvSpPr>
          <p:nvPr/>
        </p:nvSpPr>
        <p:spPr>
          <a:xfrm>
            <a:off x="7156521" y="2782082"/>
            <a:ext cx="253595" cy="253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E9FF68-B558-B111-8043-17E2039E5E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05678" y="1517437"/>
                <a:ext cx="716255" cy="25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sz="1050" b="0" i="1"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050"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E9FF68-B558-B111-8043-17E2039E5E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678" y="1517437"/>
                <a:ext cx="716255" cy="25391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20723E6-2987-C2D5-DE5C-320377288060}"/>
              </a:ext>
            </a:extLst>
          </p:cNvPr>
          <p:cNvSpPr>
            <a:spLocks noGrp="1"/>
          </p:cNvSpPr>
          <p:nvPr/>
        </p:nvSpPr>
        <p:spPr>
          <a:xfrm>
            <a:off x="2819400" y="2324100"/>
            <a:ext cx="20955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350">
                <a:solidFill>
                  <a:srgbClr val="C55A11"/>
                </a:solidFill>
              </a:defRPr>
            </a:pPr>
            <a:r>
              <a:rPr sz="1350">
                <a:solidFill>
                  <a:srgbClr val="C55A11"/>
                </a:solidFill>
              </a:rPr>
              <a:t>𝐻 ≈ ∑ₖ 𝑈ₖ† Λₖ 𝑈ₖ</a:t>
            </a:r>
            <a:endParaRPr sz="105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08" name="Picture 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96790" y="2063811"/>
            <a:ext cx="805954" cy="90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19B81787-F06D-D8B2-68F1-362937141C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𝑍𝑌𝑌𝑋𝑋𝑌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48" name="TextBox 38">
                <a:extLst>
                  <a:ext uri="{FF2B5EF4-FFF2-40B4-BE49-F238E27FC236}">
                    <a16:creationId xmlns:a16="http://schemas.microsoft.com/office/drawing/2014/main" id="{19B81787-F06D-D8B2-68F1-362937141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257" y="2635995"/>
                <a:ext cx="573490" cy="138499"/>
              </a:xfrm>
              <a:prstGeom prst="rect">
                <a:avLst/>
              </a:prstGeom>
              <a:blipFill>
                <a:blip r:embed="rId22"/>
                <a:stretch>
                  <a:fillRect l="-2128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C5BC15ED-4BD9-63CF-D444-B1723A6C8C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1000" b="0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000" b="0" i="1">
                          <a:latin typeface="Cambria Math"/>
                          <a:ea typeface="Cambria Math"/>
                          <a:cs typeface="Cambria Math"/>
                        </a:rPr>
                        <m:t>𝐼𝐼𝐼𝑋𝑋𝐼</m:t>
                      </m:r>
                    </m:oMath>
                  </m:oMathPara>
                </a14:m>
                <a:endParaRPr sz="1000" b="0"/>
              </a:p>
            </p:txBody>
          </p:sp>
        </mc:Choice>
        <mc:Fallback xmlns="">
          <p:sp>
            <p:nvSpPr>
              <p:cNvPr id="50" name="TextBox 40">
                <a:extLst>
                  <a:ext uri="{FF2B5EF4-FFF2-40B4-BE49-F238E27FC236}">
                    <a16:creationId xmlns:a16="http://schemas.microsoft.com/office/drawing/2014/main" id="{C5BC15ED-4BD9-63CF-D444-B1723A6C8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014" y="2174245"/>
                <a:ext cx="788928" cy="24622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9E52BF95-8AD6-44CE-3765-BEDC62E2EF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900" b="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en-US" sz="900" b="0" i="1">
                          <a:latin typeface="Cambria Math"/>
                          <a:ea typeface="Cambria Math"/>
                          <a:cs typeface="Cambria Math"/>
                        </a:rPr>
                        <m:t>𝐼𝑋𝑌𝑌𝐼𝑍</m:t>
                      </m:r>
                    </m:oMath>
                  </m:oMathPara>
                </a14:m>
                <a:endParaRPr sz="900" b="0"/>
              </a:p>
            </p:txBody>
          </p:sp>
        </mc:Choice>
        <mc:Fallback xmlns="">
          <p:sp>
            <p:nvSpPr>
              <p:cNvPr id="52" name="TextBox 42">
                <a:extLst>
                  <a:ext uri="{FF2B5EF4-FFF2-40B4-BE49-F238E27FC236}">
                    <a16:creationId xmlns:a16="http://schemas.microsoft.com/office/drawing/2014/main" id="{9E52BF95-8AD6-44CE-3765-BEDC62E2E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05" y="2391749"/>
                <a:ext cx="837054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B0A2F76F-5B6C-A707-7ED6-6087F16CAE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0" i="1">
                          <a:latin typeface="Cambria Math"/>
                          <a:ea typeface="Cambria Math"/>
                          <a:cs typeface="Cambria Math"/>
                        </a:rPr>
                        <m:t>𝐻</m:t>
                      </m:r>
                    </m:oMath>
                  </m:oMathPara>
                </a14:m>
                <a:endParaRPr sz="1200"/>
              </a:p>
            </p:txBody>
          </p:sp>
        </mc:Choice>
        <mc:Fallback xmlns="">
          <p:sp>
            <p:nvSpPr>
              <p:cNvPr id="59" name="TextBox 44">
                <a:extLst>
                  <a:ext uri="{FF2B5EF4-FFF2-40B4-BE49-F238E27FC236}">
                    <a16:creationId xmlns:a16="http://schemas.microsoft.com/office/drawing/2014/main" id="{B0A2F76F-5B6C-A707-7ED6-6087F16CA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8" y="2389815"/>
                <a:ext cx="300790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Left Brace 45">
            <a:extLst>
              <a:ext uri="{FF2B5EF4-FFF2-40B4-BE49-F238E27FC236}">
                <a16:creationId xmlns:a16="http://schemas.microsoft.com/office/drawing/2014/main" id="{5C08F1D9-CFAC-1796-B95F-26BEA98400DA}"/>
              </a:ext>
            </a:extLst>
          </p:cNvPr>
          <p:cNvSpPr>
            <a:spLocks noGrp="1"/>
          </p:cNvSpPr>
          <p:nvPr/>
        </p:nvSpPr>
        <p:spPr>
          <a:xfrm>
            <a:off x="1241014" y="2236107"/>
            <a:ext cx="89560" cy="584722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Rounded Rectangle 46">
            <a:extLst>
              <a:ext uri="{FF2B5EF4-FFF2-40B4-BE49-F238E27FC236}">
                <a16:creationId xmlns:a16="http://schemas.microsoft.com/office/drawing/2014/main" id="{CC1FAA72-386C-6049-BF2A-34962AF3DA31}"/>
              </a:ext>
            </a:extLst>
          </p:cNvPr>
          <p:cNvSpPr>
            <a:spLocks noGrp="1"/>
          </p:cNvSpPr>
          <p:nvPr/>
        </p:nvSpPr>
        <p:spPr>
          <a:xfrm>
            <a:off x="1173729" y="1529124"/>
            <a:ext cx="1820286" cy="429710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TextBox 111">
            <a:extLst>
              <a:ext uri="{FF2B5EF4-FFF2-40B4-BE49-F238E27FC236}">
                <a16:creationId xmlns:a16="http://schemas.microsoft.com/office/drawing/2014/main" id="{2BCF4B83-98F4-EDC9-2D3E-1677A2060D5C}"/>
              </a:ext>
            </a:extLst>
          </p:cNvPr>
          <p:cNvSpPr>
            <a:spLocks noGrp="1"/>
          </p:cNvSpPr>
          <p:nvPr/>
        </p:nvSpPr>
        <p:spPr>
          <a:xfrm>
            <a:off x="1173729" y="1375422"/>
            <a:ext cx="7048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SRDD</a:t>
            </a:r>
          </a:p>
        </p:txBody>
      </p:sp>
      <p:sp>
        <p:nvSpPr>
          <p:cNvPr id="67" name="Rounded Rectangle 48">
            <a:extLst>
              <a:ext uri="{FF2B5EF4-FFF2-40B4-BE49-F238E27FC236}">
                <a16:creationId xmlns:a16="http://schemas.microsoft.com/office/drawing/2014/main" id="{9E1C5EE6-2A5B-6842-220D-8B5E155E0B17}"/>
              </a:ext>
            </a:extLst>
          </p:cNvPr>
          <p:cNvSpPr>
            <a:spLocks noGrp="1"/>
          </p:cNvSpPr>
          <p:nvPr/>
        </p:nvSpPr>
        <p:spPr>
          <a:xfrm>
            <a:off x="1020938" y="2190672"/>
            <a:ext cx="1074016" cy="691701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TextBox 49">
            <a:extLst>
              <a:ext uri="{FF2B5EF4-FFF2-40B4-BE49-F238E27FC236}">
                <a16:creationId xmlns:a16="http://schemas.microsoft.com/office/drawing/2014/main" id="{CC62DF07-47D6-B0B5-4C1A-DCAC13612795}"/>
              </a:ext>
            </a:extLst>
          </p:cNvPr>
          <p:cNvSpPr>
            <a:spLocks noGrp="1"/>
          </p:cNvSpPr>
          <p:nvPr/>
        </p:nvSpPr>
        <p:spPr>
          <a:xfrm>
            <a:off x="895448" y="2018470"/>
            <a:ext cx="77457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9B5C"/>
                </a:solidFill>
              </a:rPr>
              <a:t>Pauli basis</a:t>
            </a:r>
          </a:p>
        </p:txBody>
      </p:sp>
      <p:sp>
        <p:nvSpPr>
          <p:cNvPr id="102" name="Rounded Rectangle 50">
            <a:extLst>
              <a:ext uri="{FF2B5EF4-FFF2-40B4-BE49-F238E27FC236}">
                <a16:creationId xmlns:a16="http://schemas.microsoft.com/office/drawing/2014/main" id="{C2775991-6D17-7A29-86FB-5D3044F73F15}"/>
              </a:ext>
            </a:extLst>
          </p:cNvPr>
          <p:cNvSpPr>
            <a:spLocks noGrp="1"/>
          </p:cNvSpPr>
          <p:nvPr/>
        </p:nvSpPr>
        <p:spPr>
          <a:xfrm>
            <a:off x="2224107" y="2054454"/>
            <a:ext cx="878637" cy="910353"/>
          </a:xfrm>
          <a:prstGeom prst="roundRect">
            <a:avLst/>
          </a:prstGeom>
          <a:noFill/>
          <a:ln>
            <a:solidFill>
              <a:schemeClr val="bg1">
                <a:lumMod val="85000"/>
                <a:alpha val="3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TextBox 99">
            <a:extLst>
              <a:ext uri="{FF2B5EF4-FFF2-40B4-BE49-F238E27FC236}">
                <a16:creationId xmlns:a16="http://schemas.microsoft.com/office/drawing/2014/main" id="{A5EA8693-06C5-37D9-5B4C-D028BB833EFF}"/>
              </a:ext>
            </a:extLst>
          </p:cNvPr>
          <p:cNvSpPr>
            <a:spLocks noGrp="1"/>
          </p:cNvSpPr>
          <p:nvPr/>
        </p:nvSpPr>
        <p:spPr>
          <a:xfrm>
            <a:off x="2088862" y="1900224"/>
            <a:ext cx="43313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E89B5C"/>
                </a:solidFill>
              </a:rPr>
              <a:t>GPD</a:t>
            </a:r>
          </a:p>
        </p:txBody>
      </p:sp>
      <p:sp>
        <p:nvSpPr>
          <p:cNvPr id="214" name="SRDD orbital rail 1">
            <a:extLst>
              <a:ext uri="{FF2B5EF4-FFF2-40B4-BE49-F238E27FC236}">
                <a16:creationId xmlns:a16="http://schemas.microsoft.com/office/drawing/2014/main" id="{9C6E2F05-BD55-4CB8-924A-9416C4BEC763}"/>
              </a:ext>
            </a:extLst>
          </p:cNvPr>
          <p:cNvSpPr>
            <a:spLocks noGrp="1"/>
          </p:cNvSpPr>
          <p:nvPr/>
        </p:nvSpPr>
        <p:spPr>
          <a:xfrm>
            <a:off x="1590675" y="161734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SRDD orbital rail 2">
            <a:extLst>
              <a:ext uri="{FF2B5EF4-FFF2-40B4-BE49-F238E27FC236}">
                <a16:creationId xmlns:a16="http://schemas.microsoft.com/office/drawing/2014/main" id="{9231CC75-7BBE-4351-8C02-D7698816B8F0}"/>
              </a:ext>
            </a:extLst>
          </p:cNvPr>
          <p:cNvSpPr>
            <a:spLocks noGrp="1"/>
          </p:cNvSpPr>
          <p:nvPr/>
        </p:nvSpPr>
        <p:spPr>
          <a:xfrm>
            <a:off x="1590675" y="171450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SRDD orbital rail 3">
            <a:extLst>
              <a:ext uri="{FF2B5EF4-FFF2-40B4-BE49-F238E27FC236}">
                <a16:creationId xmlns:a16="http://schemas.microsoft.com/office/drawing/2014/main" id="{1A66DB94-7298-4C14-B6CD-CD1CAB82296A}"/>
              </a:ext>
            </a:extLst>
          </p:cNvPr>
          <p:cNvSpPr>
            <a:spLocks noGrp="1"/>
          </p:cNvSpPr>
          <p:nvPr/>
        </p:nvSpPr>
        <p:spPr>
          <a:xfrm>
            <a:off x="1590675" y="1811655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SRDD orbital rail 4">
            <a:extLst>
              <a:ext uri="{FF2B5EF4-FFF2-40B4-BE49-F238E27FC236}">
                <a16:creationId xmlns:a16="http://schemas.microsoft.com/office/drawing/2014/main" id="{4BC2CDEC-2B36-4CF3-8B11-2C0540C2DB71}"/>
              </a:ext>
            </a:extLst>
          </p:cNvPr>
          <p:cNvSpPr>
            <a:spLocks noGrp="1"/>
          </p:cNvSpPr>
          <p:nvPr/>
        </p:nvSpPr>
        <p:spPr>
          <a:xfrm>
            <a:off x="1590675" y="1908810"/>
            <a:ext cx="1331595" cy="0"/>
          </a:xfrm>
          <a:prstGeom prst="line">
            <a:avLst/>
          </a:prstGeom>
          <a:noFill/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SRDD Givens connector 1-12">
            <a:extLst>
              <a:ext uri="{FF2B5EF4-FFF2-40B4-BE49-F238E27FC236}">
                <a16:creationId xmlns:a16="http://schemas.microsoft.com/office/drawing/2014/main" id="{C6E1AEC0-0F81-42B6-B18C-24D5ACC69398}"/>
              </a:ext>
            </a:extLst>
          </p:cNvPr>
          <p:cNvSpPr>
            <a:spLocks noGrp="1"/>
          </p:cNvSpPr>
          <p:nvPr/>
        </p:nvSpPr>
        <p:spPr>
          <a:xfrm>
            <a:off x="17573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SRDD Givens connector 1-34">
            <a:extLst>
              <a:ext uri="{FF2B5EF4-FFF2-40B4-BE49-F238E27FC236}">
                <a16:creationId xmlns:a16="http://schemas.microsoft.com/office/drawing/2014/main" id="{A4225BF0-7706-4728-B638-699DBE68FABE}"/>
              </a:ext>
            </a:extLst>
          </p:cNvPr>
          <p:cNvSpPr>
            <a:spLocks noGrp="1"/>
          </p:cNvSpPr>
          <p:nvPr/>
        </p:nvSpPr>
        <p:spPr>
          <a:xfrm>
            <a:off x="17573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SRDD Givens connector 2-23">
            <a:extLst>
              <a:ext uri="{FF2B5EF4-FFF2-40B4-BE49-F238E27FC236}">
                <a16:creationId xmlns:a16="http://schemas.microsoft.com/office/drawing/2014/main" id="{0A727AA6-1AFB-4EDC-BC36-F7F706CFA62F}"/>
              </a:ext>
            </a:extLst>
          </p:cNvPr>
          <p:cNvSpPr>
            <a:spLocks noGrp="1"/>
          </p:cNvSpPr>
          <p:nvPr/>
        </p:nvSpPr>
        <p:spPr>
          <a:xfrm>
            <a:off x="20812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SRDD Givens connector 3-12">
            <a:extLst>
              <a:ext uri="{FF2B5EF4-FFF2-40B4-BE49-F238E27FC236}">
                <a16:creationId xmlns:a16="http://schemas.microsoft.com/office/drawing/2014/main" id="{DB77062E-36AA-46ED-86B7-B2B5D478AF81}"/>
              </a:ext>
            </a:extLst>
          </p:cNvPr>
          <p:cNvSpPr>
            <a:spLocks noGrp="1"/>
          </p:cNvSpPr>
          <p:nvPr/>
        </p:nvSpPr>
        <p:spPr>
          <a:xfrm>
            <a:off x="2405063" y="161734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SRDD Givens connector 3-34">
            <a:extLst>
              <a:ext uri="{FF2B5EF4-FFF2-40B4-BE49-F238E27FC236}">
                <a16:creationId xmlns:a16="http://schemas.microsoft.com/office/drawing/2014/main" id="{BCA38D8B-F38A-4DE0-8743-7C2D75A1608A}"/>
              </a:ext>
            </a:extLst>
          </p:cNvPr>
          <p:cNvSpPr>
            <a:spLocks noGrp="1"/>
          </p:cNvSpPr>
          <p:nvPr/>
        </p:nvSpPr>
        <p:spPr>
          <a:xfrm>
            <a:off x="2405063" y="1811655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SRDD Givens connector 4-23">
            <a:extLst>
              <a:ext uri="{FF2B5EF4-FFF2-40B4-BE49-F238E27FC236}">
                <a16:creationId xmlns:a16="http://schemas.microsoft.com/office/drawing/2014/main" id="{92D16C4E-EFF6-4F7F-9958-5D7C45BF55C0}"/>
              </a:ext>
            </a:extLst>
          </p:cNvPr>
          <p:cNvSpPr>
            <a:spLocks noGrp="1"/>
          </p:cNvSpPr>
          <p:nvPr/>
        </p:nvSpPr>
        <p:spPr>
          <a:xfrm>
            <a:off x="2728913" y="1714500"/>
            <a:ext cx="0" cy="97155"/>
          </a:xfrm>
          <a:prstGeom prst="line">
            <a:avLst/>
          </a:prstGeom>
          <a:noFill/>
          <a:ln w="8096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SRDD Givens node 1-1">
            <a:extLst>
              <a:ext uri="{FF2B5EF4-FFF2-40B4-BE49-F238E27FC236}">
                <a16:creationId xmlns:a16="http://schemas.microsoft.com/office/drawing/2014/main" id="{CD569984-3C6A-4C7A-8A19-893E9A7BA697}"/>
              </a:ext>
            </a:extLst>
          </p:cNvPr>
          <p:cNvSpPr>
            <a:spLocks noGrp="1"/>
          </p:cNvSpPr>
          <p:nvPr/>
        </p:nvSpPr>
        <p:spPr>
          <a:xfrm>
            <a:off x="17230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RDD Givens node 1-2">
            <a:extLst>
              <a:ext uri="{FF2B5EF4-FFF2-40B4-BE49-F238E27FC236}">
                <a16:creationId xmlns:a16="http://schemas.microsoft.com/office/drawing/2014/main" id="{A77E8478-942E-4266-94BE-BB36871FC1FF}"/>
              </a:ext>
            </a:extLst>
          </p:cNvPr>
          <p:cNvSpPr>
            <a:spLocks noGrp="1"/>
          </p:cNvSpPr>
          <p:nvPr/>
        </p:nvSpPr>
        <p:spPr>
          <a:xfrm>
            <a:off x="17230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RDD Givens node 1-3">
            <a:extLst>
              <a:ext uri="{FF2B5EF4-FFF2-40B4-BE49-F238E27FC236}">
                <a16:creationId xmlns:a16="http://schemas.microsoft.com/office/drawing/2014/main" id="{77606404-D166-4577-9037-3F9ED6E03173}"/>
              </a:ext>
            </a:extLst>
          </p:cNvPr>
          <p:cNvSpPr>
            <a:spLocks noGrp="1"/>
          </p:cNvSpPr>
          <p:nvPr/>
        </p:nvSpPr>
        <p:spPr>
          <a:xfrm>
            <a:off x="17230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SRDD Givens node 1-4">
            <a:extLst>
              <a:ext uri="{FF2B5EF4-FFF2-40B4-BE49-F238E27FC236}">
                <a16:creationId xmlns:a16="http://schemas.microsoft.com/office/drawing/2014/main" id="{931EEC76-48CF-47EE-92DC-96F5C13759BA}"/>
              </a:ext>
            </a:extLst>
          </p:cNvPr>
          <p:cNvSpPr>
            <a:spLocks noGrp="1"/>
          </p:cNvSpPr>
          <p:nvPr/>
        </p:nvSpPr>
        <p:spPr>
          <a:xfrm>
            <a:off x="17230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RDD Givens node 2-2">
            <a:extLst>
              <a:ext uri="{FF2B5EF4-FFF2-40B4-BE49-F238E27FC236}">
                <a16:creationId xmlns:a16="http://schemas.microsoft.com/office/drawing/2014/main" id="{904D1639-6054-45BF-93D7-C95A32B94E90}"/>
              </a:ext>
            </a:extLst>
          </p:cNvPr>
          <p:cNvSpPr>
            <a:spLocks noGrp="1"/>
          </p:cNvSpPr>
          <p:nvPr/>
        </p:nvSpPr>
        <p:spPr>
          <a:xfrm>
            <a:off x="20469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SRDD Givens node 2-3">
            <a:extLst>
              <a:ext uri="{FF2B5EF4-FFF2-40B4-BE49-F238E27FC236}">
                <a16:creationId xmlns:a16="http://schemas.microsoft.com/office/drawing/2014/main" id="{B2F097B3-1AC3-4A3D-A9BD-1B8D87C4A612}"/>
              </a:ext>
            </a:extLst>
          </p:cNvPr>
          <p:cNvSpPr>
            <a:spLocks noGrp="1"/>
          </p:cNvSpPr>
          <p:nvPr/>
        </p:nvSpPr>
        <p:spPr>
          <a:xfrm>
            <a:off x="20469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SRDD Givens node 3-1">
            <a:extLst>
              <a:ext uri="{FF2B5EF4-FFF2-40B4-BE49-F238E27FC236}">
                <a16:creationId xmlns:a16="http://schemas.microsoft.com/office/drawing/2014/main" id="{C227A179-1ACA-471A-A323-DA536FFBCB9B}"/>
              </a:ext>
            </a:extLst>
          </p:cNvPr>
          <p:cNvSpPr>
            <a:spLocks noGrp="1"/>
          </p:cNvSpPr>
          <p:nvPr/>
        </p:nvSpPr>
        <p:spPr>
          <a:xfrm>
            <a:off x="2370773" y="158305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SRDD Givens node 3-2">
            <a:extLst>
              <a:ext uri="{FF2B5EF4-FFF2-40B4-BE49-F238E27FC236}">
                <a16:creationId xmlns:a16="http://schemas.microsoft.com/office/drawing/2014/main" id="{CC14DDAF-B62C-42BE-BAD0-48FEB3740E84}"/>
              </a:ext>
            </a:extLst>
          </p:cNvPr>
          <p:cNvSpPr>
            <a:spLocks noGrp="1"/>
          </p:cNvSpPr>
          <p:nvPr/>
        </p:nvSpPr>
        <p:spPr>
          <a:xfrm>
            <a:off x="237077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SRDD Givens node 3-3">
            <a:extLst>
              <a:ext uri="{FF2B5EF4-FFF2-40B4-BE49-F238E27FC236}">
                <a16:creationId xmlns:a16="http://schemas.microsoft.com/office/drawing/2014/main" id="{9DD19F36-7A87-4E5F-B4DD-DECD8D872843}"/>
              </a:ext>
            </a:extLst>
          </p:cNvPr>
          <p:cNvSpPr>
            <a:spLocks noGrp="1"/>
          </p:cNvSpPr>
          <p:nvPr/>
        </p:nvSpPr>
        <p:spPr>
          <a:xfrm>
            <a:off x="237077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SRDD Givens node 3-4">
            <a:extLst>
              <a:ext uri="{FF2B5EF4-FFF2-40B4-BE49-F238E27FC236}">
                <a16:creationId xmlns:a16="http://schemas.microsoft.com/office/drawing/2014/main" id="{6ACBCD1A-92A0-4FB7-B4A8-DD9594DD5DFB}"/>
              </a:ext>
            </a:extLst>
          </p:cNvPr>
          <p:cNvSpPr>
            <a:spLocks noGrp="1"/>
          </p:cNvSpPr>
          <p:nvPr/>
        </p:nvSpPr>
        <p:spPr>
          <a:xfrm>
            <a:off x="2370773" y="187452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SRDD Givens node 4-2">
            <a:extLst>
              <a:ext uri="{FF2B5EF4-FFF2-40B4-BE49-F238E27FC236}">
                <a16:creationId xmlns:a16="http://schemas.microsoft.com/office/drawing/2014/main" id="{28BA69BF-48B5-451C-9798-71A1042FAC68}"/>
              </a:ext>
            </a:extLst>
          </p:cNvPr>
          <p:cNvSpPr>
            <a:spLocks noGrp="1"/>
          </p:cNvSpPr>
          <p:nvPr/>
        </p:nvSpPr>
        <p:spPr>
          <a:xfrm>
            <a:off x="2694623" y="1680210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SRDD Givens node 4-3">
            <a:extLst>
              <a:ext uri="{FF2B5EF4-FFF2-40B4-BE49-F238E27FC236}">
                <a16:creationId xmlns:a16="http://schemas.microsoft.com/office/drawing/2014/main" id="{8541D1DA-4B7B-4604-B4DA-E1CEBFC55C4E}"/>
              </a:ext>
            </a:extLst>
          </p:cNvPr>
          <p:cNvSpPr>
            <a:spLocks noGrp="1"/>
          </p:cNvSpPr>
          <p:nvPr/>
        </p:nvSpPr>
        <p:spPr>
          <a:xfrm>
            <a:off x="2694623" y="1777365"/>
            <a:ext cx="68580" cy="68580"/>
          </a:xfrm>
          <a:prstGeom prst="ellipse">
            <a:avLst/>
          </a:prstGeom>
          <a:solidFill>
            <a:srgbClr val="F7E39A"/>
          </a:solidFill>
          <a:ln w="6191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SRDD orbital rotation symbol">
            <a:extLst>
              <a:ext uri="{FF2B5EF4-FFF2-40B4-BE49-F238E27FC236}">
                <a16:creationId xmlns:a16="http://schemas.microsoft.com/office/drawing/2014/main" id="{395CDD3F-30FB-4DA2-8F7B-CD8E3B094852}"/>
              </a:ext>
            </a:extLst>
          </p:cNvPr>
          <p:cNvSpPr>
            <a:spLocks noGrp="1"/>
          </p:cNvSpPr>
          <p:nvPr/>
        </p:nvSpPr>
        <p:spPr>
          <a:xfrm>
            <a:off x="1209675" y="1659255"/>
            <a:ext cx="323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718FBE"/>
                </a:solidFill>
              </a:defRPr>
            </a:pPr>
            <a:r>
              <a:rPr sz="1013">
                <a:solidFill>
                  <a:srgbClr val="718FBE"/>
                </a:solidFill>
              </a:rPr>
              <a:t>𝑂ₜ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D88EE061-5F53-4D9F-B58B-7C4E64469A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>
                  <a:buNone/>
                  <a:defRPr sz="563">
                    <a:solidFill>
                      <a:srgbClr val="718FBE"/>
                    </a:solidFill>
                  </a:defRPr>
                </a:pPr>
                <a:r>
                  <a:rPr sz="563">
                    <a:solidFill>
                      <a:srgbClr val="718FBE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e>
                      <m:sub>
                        <m:r>
                          <a:rPr lang="en-US" sz="563" b="0" i="1">
                            <a:solidFill>
                              <a:srgbClr val="718FB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sz="563">
                    <a:solidFill>
                      <a:srgbClr val="718FBE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37" name="SRDD orbital rotation depth">
                <a:extLst>
                  <a:ext uri="{FF2B5EF4-FFF2-40B4-BE49-F238E27FC236}">
                    <a16:creationId xmlns:a16="http://schemas.microsoft.com/office/drawing/2014/main" id="{D88EE061-5F53-4D9F-B58B-7C4E64469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88" y="1617506"/>
                <a:ext cx="366712" cy="133350"/>
              </a:xfrm>
              <a:prstGeom prst="rect">
                <a:avLst/>
              </a:prstGeom>
              <a:blipFill>
                <a:blip r:embed="rId26"/>
                <a:stretch>
                  <a:fillRect b="-3181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73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0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</Words>
  <Application>Microsoft Office PowerPoint</Application>
  <DocSecurity>0</DocSecurity>
  <PresentationFormat>宽屏</PresentationFormat>
  <Paragraphs>68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HB112336@365mak.com</cp:lastModifiedBy>
  <cp:revision>5</cp:revision>
  <dcterms:created xsi:type="dcterms:W3CDTF">2026-09-01T08:39:43Z</dcterms:created>
  <dcterms:modified xsi:type="dcterms:W3CDTF">2026-09-08T09:43:55Z</dcterms:modified>
</cp:coreProperties>
</file>